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15"/>
  </p:notesMasterIdLst>
  <p:sldIdLst>
    <p:sldId id="256" r:id="rId2"/>
    <p:sldId id="257" r:id="rId3"/>
    <p:sldId id="260" r:id="rId4"/>
    <p:sldId id="261" r:id="rId5"/>
    <p:sldId id="262" r:id="rId6"/>
    <p:sldId id="264" r:id="rId7"/>
    <p:sldId id="265" r:id="rId8"/>
    <p:sldId id="266" r:id="rId9"/>
    <p:sldId id="267" r:id="rId10"/>
    <p:sldId id="268" r:id="rId11"/>
    <p:sldId id="263" r:id="rId12"/>
    <p:sldId id="258" r:id="rId13"/>
    <p:sldId id="25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92D3"/>
    <a:srgbClr val="FFAF31"/>
    <a:srgbClr val="F4C590"/>
    <a:srgbClr val="FFAE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4" d="100"/>
          <a:sy n="104" d="100"/>
        </p:scale>
        <p:origin x="3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A28FA1-492E-4031-BBA8-BFDE761ADA7F}" type="datetimeFigureOut">
              <a:rPr lang="en-US" smtClean="0"/>
              <a:t>5/8/2026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194B93-DCFD-4C4E-AE85-87EB10765010}" type="slidenum">
              <a:rPr lang="en-US" smtClean="0"/>
              <a:t>‹#›</a:t>
            </a:fld>
            <a:endParaRPr lang="en-US"/>
          </a:p>
        </p:txBody>
      </p:sp>
    </p:spTree>
    <p:extLst>
      <p:ext uri="{BB962C8B-B14F-4D97-AF65-F5344CB8AC3E}">
        <p14:creationId xmlns:p14="http://schemas.microsoft.com/office/powerpoint/2010/main" val="701501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194B93-DCFD-4C4E-AE85-87EB10765010}" type="slidenum">
              <a:rPr lang="en-US" smtClean="0"/>
              <a:t>8</a:t>
            </a:fld>
            <a:endParaRPr lang="en-US"/>
          </a:p>
        </p:txBody>
      </p:sp>
    </p:spTree>
    <p:extLst>
      <p:ext uri="{BB962C8B-B14F-4D97-AF65-F5344CB8AC3E}">
        <p14:creationId xmlns:p14="http://schemas.microsoft.com/office/powerpoint/2010/main" val="78379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E8251-F37A-CD72-4B9D-E192C9D4C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F7819-E2B9-2C25-2524-A582984B80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F72A44-5B2C-BCD2-808D-FEB0B0BDB8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AEFFD4-ACE4-BDD6-6033-9151AE9F1E0F}"/>
              </a:ext>
            </a:extLst>
          </p:cNvPr>
          <p:cNvSpPr>
            <a:spLocks noGrp="1"/>
          </p:cNvSpPr>
          <p:nvPr>
            <p:ph type="sldNum" sz="quarter" idx="5"/>
          </p:nvPr>
        </p:nvSpPr>
        <p:spPr/>
        <p:txBody>
          <a:bodyPr/>
          <a:lstStyle/>
          <a:p>
            <a:fld id="{5F194B93-DCFD-4C4E-AE85-87EB10765010}" type="slidenum">
              <a:rPr lang="en-US" smtClean="0"/>
              <a:t>9</a:t>
            </a:fld>
            <a:endParaRPr lang="en-US"/>
          </a:p>
        </p:txBody>
      </p:sp>
    </p:spTree>
    <p:extLst>
      <p:ext uri="{BB962C8B-B14F-4D97-AF65-F5344CB8AC3E}">
        <p14:creationId xmlns:p14="http://schemas.microsoft.com/office/powerpoint/2010/main" val="388733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835DA-8D6A-8A4F-FF80-C484E506D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47AD1-6561-F31D-4518-5DF28F6DC9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28BC5-311E-F5B4-797D-DEBA216A13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59AEEA-886E-FC79-A627-7D1106CC6692}"/>
              </a:ext>
            </a:extLst>
          </p:cNvPr>
          <p:cNvSpPr>
            <a:spLocks noGrp="1"/>
          </p:cNvSpPr>
          <p:nvPr>
            <p:ph type="sldNum" sz="quarter" idx="5"/>
          </p:nvPr>
        </p:nvSpPr>
        <p:spPr/>
        <p:txBody>
          <a:bodyPr/>
          <a:lstStyle/>
          <a:p>
            <a:fld id="{5F194B93-DCFD-4C4E-AE85-87EB10765010}" type="slidenum">
              <a:rPr lang="en-US" smtClean="0"/>
              <a:t>10</a:t>
            </a:fld>
            <a:endParaRPr lang="en-US"/>
          </a:p>
        </p:txBody>
      </p:sp>
    </p:spTree>
    <p:extLst>
      <p:ext uri="{BB962C8B-B14F-4D97-AF65-F5344CB8AC3E}">
        <p14:creationId xmlns:p14="http://schemas.microsoft.com/office/powerpoint/2010/main" val="1948391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solidFill>
                  <a:schemeClr val="tx1">
                    <a:alpha val="60000"/>
                  </a:schemeClr>
                </a:solidFill>
                <a:latin typeface="+mn-lt"/>
              </a:defRPr>
            </a:lvl1pPr>
          </a:lstStyle>
          <a:p>
            <a:fld id="{11A6662E-FAF4-44BC-88B5-85A7CBFB6D30}" type="datetime1">
              <a:rPr lang="en-US" smtClean="0"/>
              <a:pPr/>
              <a:t>5/8/2026</a:t>
            </a:fld>
            <a:endParaRPr lang="en-US" dirty="0"/>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solidFill>
                  <a:schemeClr val="tx1">
                    <a:alpha val="60000"/>
                  </a:schemeClr>
                </a:solidFill>
                <a:latin typeface="+mn-lt"/>
              </a:defRPr>
            </a:lvl1pPr>
          </a:lstStyle>
          <a:p>
            <a:endParaRPr lang="en-US">
              <a:solidFill>
                <a:schemeClr val="tx1">
                  <a:alpha val="60000"/>
                </a:schemeClr>
              </a:solidFill>
            </a:endParaRPr>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solidFill>
                  <a:schemeClr val="tx1">
                    <a:alpha val="60000"/>
                  </a:schemeClr>
                </a:solidFill>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996571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5/8/2026</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90315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5/8/2026</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813217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458695" y="1825625"/>
            <a:ext cx="556110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199" y="1825625"/>
            <a:ext cx="556110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5/8/2026</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09735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465256" y="1752600"/>
            <a:ext cx="5532319"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465256" y="2666999"/>
            <a:ext cx="5532319"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561106"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561106"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5/8/2026</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08790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458694" y="365760"/>
            <a:ext cx="11274612"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a:xfrm>
            <a:off x="458693" y="6416675"/>
            <a:ext cx="2921715" cy="365125"/>
          </a:xfrm>
        </p:spPr>
        <p:txBody>
          <a:bodyPr/>
          <a:lstStyle/>
          <a:p>
            <a:fld id="{3AB41CFF-90C9-47B3-9DA1-F2BF8D839F7E}" type="datetime1">
              <a:rPr lang="en-US" smtClean="0"/>
              <a:t>5/8/2026</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65156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5/8/2026</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79227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5/8/2026</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92524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5/8/2026</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273381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5/8/2026</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135557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5/8/2026</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597771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458694" y="425450"/>
            <a:ext cx="11274612"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458694" y="1949450"/>
            <a:ext cx="11274612"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458694" y="6416675"/>
            <a:ext cx="2743200" cy="365125"/>
          </a:xfrm>
          <a:prstGeom prst="rect">
            <a:avLst/>
          </a:prstGeom>
        </p:spPr>
        <p:txBody>
          <a:bodyPr vert="horz" lIns="91440" tIns="45720" rIns="91440" bIns="45720" rtlCol="0" anchor="ctr"/>
          <a:lstStyle>
            <a:lvl1pPr algn="l">
              <a:defRPr sz="900">
                <a:solidFill>
                  <a:schemeClr val="tx1">
                    <a:alpha val="60000"/>
                  </a:schemeClr>
                </a:solidFill>
                <a:latin typeface="+mn-lt"/>
              </a:defRPr>
            </a:lvl1pPr>
          </a:lstStyle>
          <a:p>
            <a:fld id="{57E0CF6C-748E-4B7A-BC8B-3011EF78ED13}" type="datetime1">
              <a:rPr lang="en-US" smtClean="0"/>
              <a:pPr/>
              <a:t>5/8/2026</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416675"/>
            <a:ext cx="4114800" cy="365125"/>
          </a:xfrm>
          <a:prstGeom prst="rect">
            <a:avLst/>
          </a:prstGeom>
        </p:spPr>
        <p:txBody>
          <a:bodyPr vert="horz" lIns="91440" tIns="45720" rIns="91440" bIns="45720" rtlCol="0" anchor="ctr"/>
          <a:lstStyle>
            <a:lvl1pPr algn="ctr">
              <a:defRPr sz="900">
                <a:solidFill>
                  <a:schemeClr val="tx1">
                    <a:alpha val="60000"/>
                  </a:schemeClr>
                </a:solidFill>
                <a:latin typeface="+mn-lt"/>
              </a:defRPr>
            </a:lvl1p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990106" y="6416675"/>
            <a:ext cx="2743200" cy="365125"/>
          </a:xfrm>
          <a:prstGeom prst="rect">
            <a:avLst/>
          </a:prstGeom>
        </p:spPr>
        <p:txBody>
          <a:bodyPr vert="horz" lIns="91440" tIns="45720" rIns="91440" bIns="45720" rtlCol="0" anchor="ctr"/>
          <a:lstStyle>
            <a:lvl1pPr algn="r">
              <a:defRPr sz="900">
                <a:solidFill>
                  <a:schemeClr val="tx1">
                    <a:alpha val="60000"/>
                  </a:schemeClr>
                </a:solidFill>
                <a:latin typeface="+mn-lt"/>
              </a:defRPr>
            </a:lvl1pPr>
          </a:lstStyle>
          <a:p>
            <a:fld id="{73B850FF-6169-4056-8077-06FFA93A5366}" type="slidenum">
              <a:rPr lang="en-US" smtClean="0"/>
              <a:pPr/>
              <a:t>‹#›</a:t>
            </a:fld>
            <a:endParaRPr lang="en-US" dirty="0"/>
          </a:p>
        </p:txBody>
      </p:sp>
      <p:pic>
        <p:nvPicPr>
          <p:cNvPr id="14" name="Picture 13" descr="A picture containing sitting&#10;&#10;Description automatically generated">
            <a:extLst>
              <a:ext uri="{FF2B5EF4-FFF2-40B4-BE49-F238E27FC236}">
                <a16:creationId xmlns:a16="http://schemas.microsoft.com/office/drawing/2014/main" id="{BC526B7A-4801-4FD1-95C8-03AF22629E87}"/>
              </a:ext>
            </a:extLst>
          </p:cNvPr>
          <p:cNvPicPr>
            <a:picLocks noChangeAspect="1"/>
          </p:cNvPicPr>
          <p:nvPr/>
        </p:nvPicPr>
        <p:blipFill>
          <a:blip r:embed="rId13">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Tree>
    <p:extLst>
      <p:ext uri="{BB962C8B-B14F-4D97-AF65-F5344CB8AC3E}">
        <p14:creationId xmlns:p14="http://schemas.microsoft.com/office/powerpoint/2010/main" val="88413636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27" r:id="rId8"/>
    <p:sldLayoutId id="2147483728" r:id="rId9"/>
    <p:sldLayoutId id="2147483729" r:id="rId10"/>
    <p:sldLayoutId id="2147483737" r:id="rId11"/>
  </p:sldLayoutIdLst>
  <p:hf sldNum="0" hdr="0" ftr="0" dt="0"/>
  <p:txStyles>
    <p:titleStyle>
      <a:lvl1pPr algn="l" defTabSz="914400" rtl="0" eaLnBrk="1" latinLnBrk="0" hangingPunct="1">
        <a:lnSpc>
          <a:spcPct val="10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jpe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jpe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jpe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11" name="Picture 10">
            <a:extLst>
              <a:ext uri="{FF2B5EF4-FFF2-40B4-BE49-F238E27FC236}">
                <a16:creationId xmlns:a16="http://schemas.microsoft.com/office/drawing/2014/main" id="{BC526B7A-4801-4FD1-95C8-03AF22629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13" name="Rectangle 12">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Rectangle 16">
            <a:extLst>
              <a:ext uri="{FF2B5EF4-FFF2-40B4-BE49-F238E27FC236}">
                <a16:creationId xmlns:a16="http://schemas.microsoft.com/office/drawing/2014/main" id="{DA476813-4CEE-408B-852D-3E51E30B1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975B93E2-8029-6B66-2E8F-4FB7F7222857}"/>
              </a:ext>
            </a:extLst>
          </p:cNvPr>
          <p:cNvPicPr>
            <a:picLocks noChangeAspect="1"/>
          </p:cNvPicPr>
          <p:nvPr/>
        </p:nvPicPr>
        <p:blipFill>
          <a:blip r:embed="rId3">
            <a:alphaModFix amt="60000"/>
          </a:blip>
          <a:srcRect t="8316" b="7431"/>
          <a:stretch>
            <a:fillRect/>
          </a:stretch>
        </p:blipFill>
        <p:spPr>
          <a:xfrm>
            <a:off x="20" y="10"/>
            <a:ext cx="12191980" cy="6856614"/>
          </a:xfrm>
          <a:prstGeom prst="rect">
            <a:avLst/>
          </a:prstGeom>
        </p:spPr>
      </p:pic>
      <p:sp>
        <p:nvSpPr>
          <p:cNvPr id="2" name="Title 1">
            <a:extLst>
              <a:ext uri="{FF2B5EF4-FFF2-40B4-BE49-F238E27FC236}">
                <a16:creationId xmlns:a16="http://schemas.microsoft.com/office/drawing/2014/main" id="{75369298-1CBC-F89B-121D-A7E81785E459}"/>
              </a:ext>
            </a:extLst>
          </p:cNvPr>
          <p:cNvSpPr>
            <a:spLocks noGrp="1"/>
          </p:cNvSpPr>
          <p:nvPr>
            <p:ph type="ctrTitle"/>
          </p:nvPr>
        </p:nvSpPr>
        <p:spPr>
          <a:xfrm>
            <a:off x="1198181" y="726066"/>
            <a:ext cx="4795282" cy="5018227"/>
          </a:xfrm>
        </p:spPr>
        <p:txBody>
          <a:bodyPr vert="horz" lIns="91440" tIns="45720" rIns="91440" bIns="45720" rtlCol="0" anchor="ctr">
            <a:normAutofit/>
          </a:bodyPr>
          <a:lstStyle/>
          <a:p>
            <a:pPr algn="l"/>
            <a:r>
              <a:rPr lang="en-US" sz="5400" dirty="0" err="1">
                <a:solidFill>
                  <a:srgbClr val="FFFFFF"/>
                </a:solidFill>
              </a:rPr>
              <a:t>Qatma</a:t>
            </a:r>
            <a:r>
              <a:rPr lang="en-US" sz="5400" dirty="0">
                <a:solidFill>
                  <a:srgbClr val="FFFFFF"/>
                </a:solidFill>
              </a:rPr>
              <a:t> </a:t>
            </a:r>
          </a:p>
        </p:txBody>
      </p:sp>
      <p:grpSp>
        <p:nvGrpSpPr>
          <p:cNvPr id="19" name="Group 18">
            <a:extLst>
              <a:ext uri="{FF2B5EF4-FFF2-40B4-BE49-F238E27FC236}">
                <a16:creationId xmlns:a16="http://schemas.microsoft.com/office/drawing/2014/main" id="{245C754D-F6B0-4E8B-BCBC-51B5E2863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6951981" y="0"/>
            <a:ext cx="5236971" cy="6858001"/>
            <a:chOff x="6951981" y="0"/>
            <a:chExt cx="5236971" cy="6858001"/>
          </a:xfrm>
        </p:grpSpPr>
        <p:pic>
          <p:nvPicPr>
            <p:cNvPr id="20" name="Picture 19">
              <a:extLst>
                <a:ext uri="{FF2B5EF4-FFF2-40B4-BE49-F238E27FC236}">
                  <a16:creationId xmlns:a16="http://schemas.microsoft.com/office/drawing/2014/main" id="{66BE34B5-B2D6-49D5-B3B8-6E019E3E4C0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20000"/>
              <a:extLst>
                <a:ext uri="{28A0092B-C50C-407E-A947-70E740481C1C}">
                  <a14:useLocalDpi xmlns:a14="http://schemas.microsoft.com/office/drawing/2010/main" val="0"/>
                </a:ext>
              </a:extLst>
            </a:blip>
            <a:stretch>
              <a:fillRect/>
            </a:stretch>
          </p:blipFill>
          <p:spPr>
            <a:xfrm flipH="1">
              <a:off x="6951981" y="692703"/>
              <a:ext cx="5236971" cy="6165298"/>
            </a:xfrm>
            <a:prstGeom prst="rect">
              <a:avLst/>
            </a:prstGeom>
          </p:spPr>
        </p:pic>
        <p:pic>
          <p:nvPicPr>
            <p:cNvPr id="21" name="Picture 20">
              <a:extLst>
                <a:ext uri="{FF2B5EF4-FFF2-40B4-BE49-F238E27FC236}">
                  <a16:creationId xmlns:a16="http://schemas.microsoft.com/office/drawing/2014/main" id="{1B5FDAC2-DA09-40B0-9B3F-D874ECE9658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alphaModFix amt="5000"/>
              <a:extLst>
                <a:ext uri="{28A0092B-C50C-407E-A947-70E740481C1C}">
                  <a14:useLocalDpi xmlns:a14="http://schemas.microsoft.com/office/drawing/2010/main" val="0"/>
                </a:ext>
              </a:extLst>
            </a:blip>
            <a:srcRect l="19154" b="19117"/>
            <a:stretch/>
          </p:blipFill>
          <p:spPr>
            <a:xfrm rot="16200000" flipH="1">
              <a:off x="7618603" y="-373126"/>
              <a:ext cx="4197223" cy="4943475"/>
            </a:xfrm>
            <a:prstGeom prst="rect">
              <a:avLst/>
            </a:prstGeom>
          </p:spPr>
        </p:pic>
      </p:grpSp>
      <p:sp>
        <p:nvSpPr>
          <p:cNvPr id="3" name="Subtitle 2">
            <a:extLst>
              <a:ext uri="{FF2B5EF4-FFF2-40B4-BE49-F238E27FC236}">
                <a16:creationId xmlns:a16="http://schemas.microsoft.com/office/drawing/2014/main" id="{01BBA1C7-A1C7-F2F0-F178-DF6B1A042521}"/>
              </a:ext>
            </a:extLst>
          </p:cNvPr>
          <p:cNvSpPr>
            <a:spLocks noGrp="1"/>
          </p:cNvSpPr>
          <p:nvPr>
            <p:ph type="subTitle" idx="1"/>
          </p:nvPr>
        </p:nvSpPr>
        <p:spPr>
          <a:xfrm>
            <a:off x="6195372" y="726538"/>
            <a:ext cx="4977905" cy="5017076"/>
          </a:xfrm>
        </p:spPr>
        <p:txBody>
          <a:bodyPr vert="horz" lIns="91440" tIns="45720" rIns="91440" bIns="45720" rtlCol="0" anchor="ctr">
            <a:normAutofit/>
          </a:bodyPr>
          <a:lstStyle/>
          <a:p>
            <a:pPr indent="-228600" algn="l">
              <a:buFont typeface="Arial" panose="020B0604020202020204" pitchFamily="34" charset="0"/>
              <a:buChar char="•"/>
            </a:pPr>
            <a:r>
              <a:rPr lang="en-US" sz="1800" dirty="0">
                <a:solidFill>
                  <a:srgbClr val="FFFFFF"/>
                </a:solidFill>
              </a:rPr>
              <a:t>Retaj Ali                      231005689</a:t>
            </a:r>
          </a:p>
          <a:p>
            <a:pPr indent="-228600" algn="l">
              <a:buFont typeface="Arial" panose="020B0604020202020204" pitchFamily="34" charset="0"/>
              <a:buChar char="•"/>
            </a:pPr>
            <a:r>
              <a:rPr lang="en-US" sz="1800" dirty="0">
                <a:solidFill>
                  <a:srgbClr val="FFFFFF"/>
                </a:solidFill>
              </a:rPr>
              <a:t>Mohanad Waleed   231005430</a:t>
            </a:r>
          </a:p>
          <a:p>
            <a:pPr indent="-228600" algn="l">
              <a:buFont typeface="Arial" panose="020B0604020202020204" pitchFamily="34" charset="0"/>
              <a:buChar char="•"/>
            </a:pPr>
            <a:r>
              <a:rPr lang="en-US" sz="1800" dirty="0">
                <a:solidFill>
                  <a:srgbClr val="FFFFFF"/>
                </a:solidFill>
              </a:rPr>
              <a:t>Rawan Atef                231005789</a:t>
            </a:r>
          </a:p>
          <a:p>
            <a:pPr indent="-228600" algn="l">
              <a:buFont typeface="Arial" panose="020B0604020202020204" pitchFamily="34" charset="0"/>
              <a:buChar char="•"/>
            </a:pPr>
            <a:r>
              <a:rPr lang="en-US" sz="1800" dirty="0">
                <a:solidFill>
                  <a:srgbClr val="FFFFFF"/>
                </a:solidFill>
              </a:rPr>
              <a:t>Doha Mahmoud       231005333</a:t>
            </a:r>
          </a:p>
        </p:txBody>
      </p:sp>
    </p:spTree>
    <p:extLst>
      <p:ext uri="{BB962C8B-B14F-4D97-AF65-F5344CB8AC3E}">
        <p14:creationId xmlns:p14="http://schemas.microsoft.com/office/powerpoint/2010/main" val="294196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7BCD65-0859-4583-28AF-1E53BC6B4348}"/>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28" name="Picture 27">
            <a:extLst>
              <a:ext uri="{FF2B5EF4-FFF2-40B4-BE49-F238E27FC236}">
                <a16:creationId xmlns:a16="http://schemas.microsoft.com/office/drawing/2014/main" id="{BC526B7A-4801-4FD1-95C8-03AF22629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30" name="Rectangle 2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2" name="Rectangle 31">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4" name="Rectangle 33">
            <a:extLst>
              <a:ext uri="{FF2B5EF4-FFF2-40B4-BE49-F238E27FC236}">
                <a16:creationId xmlns:a16="http://schemas.microsoft.com/office/drawing/2014/main" id="{DA476813-4CEE-408B-852D-3E51E30B1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8683F897-659D-944B-3BFA-B72462FD37BA}"/>
              </a:ext>
            </a:extLst>
          </p:cNvPr>
          <p:cNvPicPr>
            <a:picLocks noChangeAspect="1"/>
          </p:cNvPicPr>
          <p:nvPr/>
        </p:nvPicPr>
        <p:blipFill>
          <a:blip r:embed="rId3">
            <a:alphaModFix amt="60000"/>
          </a:blip>
          <a:srcRect t="8026" b="7721"/>
          <a:stretch>
            <a:fillRect/>
          </a:stretch>
        </p:blipFill>
        <p:spPr>
          <a:xfrm>
            <a:off x="20" y="10"/>
            <a:ext cx="12191980" cy="6856614"/>
          </a:xfrm>
          <a:prstGeom prst="rect">
            <a:avLst/>
          </a:prstGeom>
        </p:spPr>
      </p:pic>
      <p:sp>
        <p:nvSpPr>
          <p:cNvPr id="10" name="TextBox 9">
            <a:extLst>
              <a:ext uri="{FF2B5EF4-FFF2-40B4-BE49-F238E27FC236}">
                <a16:creationId xmlns:a16="http://schemas.microsoft.com/office/drawing/2014/main" id="{F59B0E7B-8BCC-188B-0AB3-F3347DEE5446}"/>
              </a:ext>
            </a:extLst>
          </p:cNvPr>
          <p:cNvSpPr txBox="1"/>
          <p:nvPr/>
        </p:nvSpPr>
        <p:spPr>
          <a:xfrm>
            <a:off x="1198181" y="726066"/>
            <a:ext cx="4795282" cy="5018227"/>
          </a:xfrm>
          <a:prstGeom prst="rect">
            <a:avLst/>
          </a:prstGeom>
        </p:spPr>
        <p:txBody>
          <a:bodyPr vert="horz" lIns="91440" tIns="45720" rIns="91440" bIns="45720" rtlCol="0" anchor="ctr">
            <a:normAutofit/>
          </a:bodyPr>
          <a:lstStyle/>
          <a:p>
            <a:pPr>
              <a:spcBef>
                <a:spcPct val="0"/>
              </a:spcBef>
              <a:spcAft>
                <a:spcPts val="600"/>
              </a:spcAft>
            </a:pPr>
            <a:r>
              <a:rPr lang="en-US" sz="4400" u="sng">
                <a:solidFill>
                  <a:srgbClr val="FFFFFF"/>
                </a:solidFill>
                <a:latin typeface="+mj-lt"/>
                <a:ea typeface="+mj-ea"/>
                <a:cs typeface="+mj-cs"/>
              </a:rPr>
              <a:t>Introduction</a:t>
            </a:r>
            <a:endParaRPr lang="en-US" sz="4400">
              <a:solidFill>
                <a:srgbClr val="FFFFFF"/>
              </a:solidFill>
              <a:latin typeface="+mj-lt"/>
              <a:ea typeface="+mj-ea"/>
              <a:cs typeface="+mj-cs"/>
            </a:endParaRPr>
          </a:p>
        </p:txBody>
      </p:sp>
      <p:grpSp>
        <p:nvGrpSpPr>
          <p:cNvPr id="36" name="Group 35">
            <a:extLst>
              <a:ext uri="{FF2B5EF4-FFF2-40B4-BE49-F238E27FC236}">
                <a16:creationId xmlns:a16="http://schemas.microsoft.com/office/drawing/2014/main" id="{245C754D-F6B0-4E8B-BCBC-51B5E2863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6951981" y="0"/>
            <a:ext cx="5236971" cy="6858001"/>
            <a:chOff x="6951981" y="0"/>
            <a:chExt cx="5236971" cy="6858001"/>
          </a:xfrm>
        </p:grpSpPr>
        <p:pic>
          <p:nvPicPr>
            <p:cNvPr id="37" name="Picture 36">
              <a:extLst>
                <a:ext uri="{FF2B5EF4-FFF2-40B4-BE49-F238E27FC236}">
                  <a16:creationId xmlns:a16="http://schemas.microsoft.com/office/drawing/2014/main" id="{66BE34B5-B2D6-49D5-B3B8-6E019E3E4C0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20000"/>
              <a:extLst>
                <a:ext uri="{28A0092B-C50C-407E-A947-70E740481C1C}">
                  <a14:useLocalDpi xmlns:a14="http://schemas.microsoft.com/office/drawing/2010/main" val="0"/>
                </a:ext>
              </a:extLst>
            </a:blip>
            <a:stretch>
              <a:fillRect/>
            </a:stretch>
          </p:blipFill>
          <p:spPr>
            <a:xfrm flipH="1">
              <a:off x="6951981" y="692703"/>
              <a:ext cx="5236971" cy="6165298"/>
            </a:xfrm>
            <a:prstGeom prst="rect">
              <a:avLst/>
            </a:prstGeom>
          </p:spPr>
        </p:pic>
        <p:pic>
          <p:nvPicPr>
            <p:cNvPr id="38" name="Picture 37">
              <a:extLst>
                <a:ext uri="{FF2B5EF4-FFF2-40B4-BE49-F238E27FC236}">
                  <a16:creationId xmlns:a16="http://schemas.microsoft.com/office/drawing/2014/main" id="{1B5FDAC2-DA09-40B0-9B3F-D874ECE9658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alphaModFix amt="5000"/>
              <a:extLst>
                <a:ext uri="{28A0092B-C50C-407E-A947-70E740481C1C}">
                  <a14:useLocalDpi xmlns:a14="http://schemas.microsoft.com/office/drawing/2010/main" val="0"/>
                </a:ext>
              </a:extLst>
            </a:blip>
            <a:srcRect l="19154" b="19117"/>
            <a:stretch/>
          </p:blipFill>
          <p:spPr>
            <a:xfrm rot="16200000" flipH="1">
              <a:off x="7618603" y="-373126"/>
              <a:ext cx="4197223" cy="4943475"/>
            </a:xfrm>
            <a:prstGeom prst="rect">
              <a:avLst/>
            </a:prstGeom>
          </p:spPr>
        </p:pic>
      </p:grpSp>
      <p:sp>
        <p:nvSpPr>
          <p:cNvPr id="12" name="TextBox 11">
            <a:extLst>
              <a:ext uri="{FF2B5EF4-FFF2-40B4-BE49-F238E27FC236}">
                <a16:creationId xmlns:a16="http://schemas.microsoft.com/office/drawing/2014/main" id="{BBDEAC78-E87E-672C-3FA6-F32EFBD7222E}"/>
              </a:ext>
            </a:extLst>
          </p:cNvPr>
          <p:cNvSpPr txBox="1"/>
          <p:nvPr/>
        </p:nvSpPr>
        <p:spPr>
          <a:xfrm>
            <a:off x="6195372" y="726538"/>
            <a:ext cx="4977905" cy="5017076"/>
          </a:xfrm>
          <a:prstGeom prst="rect">
            <a:avLst/>
          </a:prstGeom>
        </p:spPr>
        <p:txBody>
          <a:bodyPr vert="horz" lIns="91440" tIns="45720" rIns="91440" bIns="45720" rtlCol="0" anchor="ctr">
            <a:normAutofit/>
          </a:bodyPr>
          <a:lstStyle/>
          <a:p>
            <a:pPr indent="-228600">
              <a:lnSpc>
                <a:spcPct val="110000"/>
              </a:lnSpc>
              <a:spcAft>
                <a:spcPts val="600"/>
              </a:spcAft>
              <a:buClr>
                <a:schemeClr val="accent1"/>
              </a:buClr>
              <a:buFont typeface="Arial" panose="020B0604020202020204" pitchFamily="34" charset="0"/>
              <a:buChar char="•"/>
            </a:pPr>
            <a:r>
              <a:rPr lang="en-US" b="1">
                <a:solidFill>
                  <a:srgbClr val="FFFFFF"/>
                </a:solidFill>
              </a:rPr>
              <a:t>Qatma </a:t>
            </a:r>
            <a:r>
              <a:rPr lang="en-US">
                <a:solidFill>
                  <a:srgbClr val="FFFFFF"/>
                </a:solidFill>
              </a:rPr>
              <a:t>is a mobile application designed to make food ordering easy and convenient for users. In today’s fast-paced life, people often do not have enough time to visit restaurants or wait for long ordering processes. Many existing methods can be confusing, slow, and not user-friendly.</a:t>
            </a:r>
          </a:p>
        </p:txBody>
      </p:sp>
    </p:spTree>
    <p:extLst>
      <p:ext uri="{BB962C8B-B14F-4D97-AF65-F5344CB8AC3E}">
        <p14:creationId xmlns:p14="http://schemas.microsoft.com/office/powerpoint/2010/main" val="4051222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FF603C-725A-7C7A-5C33-C4B77C75E71F}"/>
            </a:ext>
          </a:extLst>
        </p:cNvPr>
        <p:cNvGrpSpPr/>
        <p:nvPr/>
      </p:nvGrpSpPr>
      <p:grpSpPr>
        <a:xfrm>
          <a:off x="0" y="0"/>
          <a:ext cx="0" cy="0"/>
          <a:chOff x="0" y="0"/>
          <a:chExt cx="0" cy="0"/>
        </a:xfrm>
      </p:grpSpPr>
      <p:sp>
        <p:nvSpPr>
          <p:cNvPr id="56" name="Rectangle 55">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57" name="Picture 56">
            <a:extLst>
              <a:ext uri="{FF2B5EF4-FFF2-40B4-BE49-F238E27FC236}">
                <a16:creationId xmlns:a16="http://schemas.microsoft.com/office/drawing/2014/main" id="{BC526B7A-4801-4FD1-95C8-03AF22629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58" name="Rectangle 5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9" name="Rectangle 58">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0" name="Rectangle 59">
            <a:extLst>
              <a:ext uri="{FF2B5EF4-FFF2-40B4-BE49-F238E27FC236}">
                <a16:creationId xmlns:a16="http://schemas.microsoft.com/office/drawing/2014/main" id="{DA476813-4CEE-408B-852D-3E51E30B1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3BE03915-C24D-D841-1E5A-1488B0E5B87F}"/>
              </a:ext>
            </a:extLst>
          </p:cNvPr>
          <p:cNvPicPr>
            <a:picLocks noChangeAspect="1"/>
          </p:cNvPicPr>
          <p:nvPr/>
        </p:nvPicPr>
        <p:blipFill>
          <a:blip r:embed="rId3">
            <a:alphaModFix amt="60000"/>
          </a:blip>
          <a:srcRect t="8026" b="7721"/>
          <a:stretch>
            <a:fillRect/>
          </a:stretch>
        </p:blipFill>
        <p:spPr>
          <a:xfrm>
            <a:off x="20" y="10"/>
            <a:ext cx="12191980" cy="6856614"/>
          </a:xfrm>
          <a:prstGeom prst="rect">
            <a:avLst/>
          </a:prstGeom>
        </p:spPr>
      </p:pic>
      <p:sp>
        <p:nvSpPr>
          <p:cNvPr id="10" name="TextBox 9">
            <a:extLst>
              <a:ext uri="{FF2B5EF4-FFF2-40B4-BE49-F238E27FC236}">
                <a16:creationId xmlns:a16="http://schemas.microsoft.com/office/drawing/2014/main" id="{4693A406-5458-BC9C-CA99-CC7AD92FB878}"/>
              </a:ext>
            </a:extLst>
          </p:cNvPr>
          <p:cNvSpPr txBox="1"/>
          <p:nvPr/>
        </p:nvSpPr>
        <p:spPr>
          <a:xfrm>
            <a:off x="1198181" y="726066"/>
            <a:ext cx="4795282" cy="5018227"/>
          </a:xfrm>
          <a:prstGeom prst="rect">
            <a:avLst/>
          </a:prstGeom>
        </p:spPr>
        <p:txBody>
          <a:bodyPr vert="horz" lIns="91440" tIns="45720" rIns="91440" bIns="45720" rtlCol="0" anchor="ctr">
            <a:normAutofit/>
          </a:bodyPr>
          <a:lstStyle/>
          <a:p>
            <a:pPr>
              <a:spcBef>
                <a:spcPct val="0"/>
              </a:spcBef>
              <a:spcAft>
                <a:spcPts val="600"/>
              </a:spcAft>
            </a:pPr>
            <a:r>
              <a:rPr lang="en-US" sz="4400" u="sng" dirty="0">
                <a:solidFill>
                  <a:srgbClr val="FFFFFF"/>
                </a:solidFill>
                <a:latin typeface="+mj-lt"/>
                <a:ea typeface="+mj-ea"/>
                <a:cs typeface="+mj-cs"/>
              </a:rPr>
              <a:t>Problem Definition</a:t>
            </a:r>
            <a:endParaRPr lang="en-US" sz="4400" dirty="0">
              <a:solidFill>
                <a:srgbClr val="FFFFFF"/>
              </a:solidFill>
              <a:latin typeface="+mj-lt"/>
              <a:ea typeface="+mj-ea"/>
              <a:cs typeface="+mj-cs"/>
            </a:endParaRPr>
          </a:p>
        </p:txBody>
      </p:sp>
      <p:grpSp>
        <p:nvGrpSpPr>
          <p:cNvPr id="53" name="Group 52">
            <a:extLst>
              <a:ext uri="{FF2B5EF4-FFF2-40B4-BE49-F238E27FC236}">
                <a16:creationId xmlns:a16="http://schemas.microsoft.com/office/drawing/2014/main" id="{245C754D-F6B0-4E8B-BCBC-51B5E2863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6951981" y="0"/>
            <a:ext cx="5236971" cy="6858001"/>
            <a:chOff x="6951981" y="0"/>
            <a:chExt cx="5236971" cy="6858001"/>
          </a:xfrm>
        </p:grpSpPr>
        <p:pic>
          <p:nvPicPr>
            <p:cNvPr id="54" name="Picture 53">
              <a:extLst>
                <a:ext uri="{FF2B5EF4-FFF2-40B4-BE49-F238E27FC236}">
                  <a16:creationId xmlns:a16="http://schemas.microsoft.com/office/drawing/2014/main" id="{66BE34B5-B2D6-49D5-B3B8-6E019E3E4C0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20000"/>
              <a:extLst>
                <a:ext uri="{28A0092B-C50C-407E-A947-70E740481C1C}">
                  <a14:useLocalDpi xmlns:a14="http://schemas.microsoft.com/office/drawing/2010/main" val="0"/>
                </a:ext>
              </a:extLst>
            </a:blip>
            <a:stretch>
              <a:fillRect/>
            </a:stretch>
          </p:blipFill>
          <p:spPr>
            <a:xfrm flipH="1">
              <a:off x="6951981" y="692703"/>
              <a:ext cx="5236971" cy="6165298"/>
            </a:xfrm>
            <a:prstGeom prst="rect">
              <a:avLst/>
            </a:prstGeom>
          </p:spPr>
        </p:pic>
        <p:pic>
          <p:nvPicPr>
            <p:cNvPr id="55" name="Picture 54">
              <a:extLst>
                <a:ext uri="{FF2B5EF4-FFF2-40B4-BE49-F238E27FC236}">
                  <a16:creationId xmlns:a16="http://schemas.microsoft.com/office/drawing/2014/main" id="{1B5FDAC2-DA09-40B0-9B3F-D874ECE9658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alphaModFix amt="5000"/>
              <a:extLst>
                <a:ext uri="{28A0092B-C50C-407E-A947-70E740481C1C}">
                  <a14:useLocalDpi xmlns:a14="http://schemas.microsoft.com/office/drawing/2010/main" val="0"/>
                </a:ext>
              </a:extLst>
            </a:blip>
            <a:srcRect l="19154" b="19117"/>
            <a:stretch/>
          </p:blipFill>
          <p:spPr>
            <a:xfrm rot="16200000" flipH="1">
              <a:off x="7618603" y="-373126"/>
              <a:ext cx="4197223" cy="4943475"/>
            </a:xfrm>
            <a:prstGeom prst="rect">
              <a:avLst/>
            </a:prstGeom>
          </p:spPr>
        </p:pic>
      </p:grpSp>
      <p:sp>
        <p:nvSpPr>
          <p:cNvPr id="12" name="TextBox 11">
            <a:extLst>
              <a:ext uri="{FF2B5EF4-FFF2-40B4-BE49-F238E27FC236}">
                <a16:creationId xmlns:a16="http://schemas.microsoft.com/office/drawing/2014/main" id="{285FEE6B-D0A4-E5DC-90BA-AECFDBDC0610}"/>
              </a:ext>
            </a:extLst>
          </p:cNvPr>
          <p:cNvSpPr txBox="1"/>
          <p:nvPr/>
        </p:nvSpPr>
        <p:spPr>
          <a:xfrm>
            <a:off x="6195372" y="726538"/>
            <a:ext cx="4977905" cy="5017076"/>
          </a:xfrm>
          <a:prstGeom prst="rect">
            <a:avLst/>
          </a:prstGeom>
        </p:spPr>
        <p:txBody>
          <a:bodyPr vert="horz" lIns="91440" tIns="45720" rIns="91440" bIns="45720" rtlCol="0" anchor="ctr">
            <a:normAutofit/>
          </a:bodyPr>
          <a:lstStyle/>
          <a:p>
            <a:pPr indent="-228600">
              <a:lnSpc>
                <a:spcPct val="110000"/>
              </a:lnSpc>
              <a:spcAft>
                <a:spcPts val="600"/>
              </a:spcAft>
              <a:buClr>
                <a:schemeClr val="accent1"/>
              </a:buClr>
              <a:buFont typeface="Arial" panose="020B0604020202020204" pitchFamily="34" charset="0"/>
              <a:buChar char="•"/>
            </a:pPr>
            <a:r>
              <a:rPr lang="en-US" dirty="0">
                <a:solidFill>
                  <a:srgbClr val="FFFFFF"/>
                </a:solidFill>
              </a:rPr>
              <a:t>The current food ordering process has many problems. Users may find it difficult to browse menus, place orders, and know the status of their orders. Some applications are complicated and not easy to use.</a:t>
            </a:r>
          </a:p>
          <a:p>
            <a:pPr indent="-228600">
              <a:lnSpc>
                <a:spcPct val="110000"/>
              </a:lnSpc>
              <a:spcAft>
                <a:spcPts val="600"/>
              </a:spcAft>
              <a:buClr>
                <a:schemeClr val="accent1"/>
              </a:buClr>
              <a:buFont typeface="Arial" panose="020B0604020202020204" pitchFamily="34" charset="0"/>
              <a:buChar char="•"/>
            </a:pPr>
            <a:r>
              <a:rPr lang="en-US" dirty="0">
                <a:solidFill>
                  <a:srgbClr val="FFFFFF"/>
                </a:solidFill>
              </a:rPr>
              <a:t>Users also may not have enough information about restaurants, such as reviews and delivery time. This makes the experience confusing and slow.</a:t>
            </a:r>
          </a:p>
        </p:txBody>
      </p:sp>
    </p:spTree>
    <p:extLst>
      <p:ext uri="{BB962C8B-B14F-4D97-AF65-F5344CB8AC3E}">
        <p14:creationId xmlns:p14="http://schemas.microsoft.com/office/powerpoint/2010/main" val="1775552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845F5A-51EA-6F3B-C2F3-2C101E29F277}"/>
            </a:ext>
          </a:extLst>
        </p:cNvPr>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1E644DE9-8D09-43E2-BA69-F57482CFC9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7" name="Rectangle 66">
            <a:extLst>
              <a:ext uri="{FF2B5EF4-FFF2-40B4-BE49-F238E27FC236}">
                <a16:creationId xmlns:a16="http://schemas.microsoft.com/office/drawing/2014/main" id="{6C23C919-B32E-40FF-B3D8-631316E84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69" name="Group 68">
            <a:extLst>
              <a:ext uri="{FF2B5EF4-FFF2-40B4-BE49-F238E27FC236}">
                <a16:creationId xmlns:a16="http://schemas.microsoft.com/office/drawing/2014/main" id="{669174FE-3D8A-43AE-9AA6-F7CC0231E4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17738"/>
            <a:ext cx="7724071" cy="6858000"/>
            <a:chOff x="4464881" y="0"/>
            <a:chExt cx="7724071" cy="6858000"/>
          </a:xfrm>
        </p:grpSpPr>
        <p:pic>
          <p:nvPicPr>
            <p:cNvPr id="70" name="Picture 69">
              <a:extLst>
                <a:ext uri="{FF2B5EF4-FFF2-40B4-BE49-F238E27FC236}">
                  <a16:creationId xmlns:a16="http://schemas.microsoft.com/office/drawing/2014/main" id="{65201DDB-E210-4E8B-ACB8-22D30EB47AB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71" name="Picture 70">
              <a:extLst>
                <a:ext uri="{FF2B5EF4-FFF2-40B4-BE49-F238E27FC236}">
                  <a16:creationId xmlns:a16="http://schemas.microsoft.com/office/drawing/2014/main" id="{55EC46E0-E512-407E-8AFC-1333D357252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5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pic>
        <p:nvPicPr>
          <p:cNvPr id="4" name="Picture 3">
            <a:extLst>
              <a:ext uri="{FF2B5EF4-FFF2-40B4-BE49-F238E27FC236}">
                <a16:creationId xmlns:a16="http://schemas.microsoft.com/office/drawing/2014/main" id="{99F27999-BCD7-B04D-497D-4C94AD8BA534}"/>
              </a:ext>
            </a:extLst>
          </p:cNvPr>
          <p:cNvPicPr>
            <a:picLocks noChangeAspect="1"/>
          </p:cNvPicPr>
          <p:nvPr/>
        </p:nvPicPr>
        <p:blipFill>
          <a:blip r:embed="rId4">
            <a:alphaModFix amt="60000"/>
            <a:extLst>
              <a:ext uri="{BEBA8EAE-BF5A-486C-A8C5-ECC9F3942E4B}">
                <a14:imgProps xmlns:a14="http://schemas.microsoft.com/office/drawing/2010/main">
                  <a14:imgLayer r:embed="rId5">
                    <a14:imgEffect>
                      <a14:brightnessContrast bright="12000"/>
                    </a14:imgEffect>
                  </a14:imgLayer>
                </a14:imgProps>
              </a:ext>
            </a:extLst>
          </a:blip>
          <a:srcRect l="12555" r="28099" b="-1"/>
          <a:stretch>
            <a:fillRect/>
          </a:stretch>
        </p:blipFill>
        <p:spPr>
          <a:xfrm>
            <a:off x="20" y="10"/>
            <a:ext cx="6095980" cy="6856614"/>
          </a:xfrm>
          <a:prstGeom prst="rect">
            <a:avLst/>
          </a:prstGeom>
        </p:spPr>
      </p:pic>
      <p:sp>
        <p:nvSpPr>
          <p:cNvPr id="10" name="TextBox 9">
            <a:extLst>
              <a:ext uri="{FF2B5EF4-FFF2-40B4-BE49-F238E27FC236}">
                <a16:creationId xmlns:a16="http://schemas.microsoft.com/office/drawing/2014/main" id="{C69911B2-E276-AFAB-2E79-08CD093399D9}"/>
              </a:ext>
            </a:extLst>
          </p:cNvPr>
          <p:cNvSpPr txBox="1"/>
          <p:nvPr/>
        </p:nvSpPr>
        <p:spPr>
          <a:xfrm>
            <a:off x="225255" y="740211"/>
            <a:ext cx="7530685" cy="3163864"/>
          </a:xfrm>
          <a:prstGeom prst="rect">
            <a:avLst/>
          </a:prstGeom>
        </p:spPr>
        <p:txBody>
          <a:bodyPr vert="horz" lIns="91440" tIns="45720" rIns="91440" bIns="45720" rtlCol="0" anchor="b">
            <a:normAutofit/>
          </a:bodyPr>
          <a:lstStyle/>
          <a:p>
            <a:pPr>
              <a:spcBef>
                <a:spcPct val="0"/>
              </a:spcBef>
              <a:spcAft>
                <a:spcPts val="600"/>
              </a:spcAft>
            </a:pPr>
            <a:r>
              <a:rPr lang="en-US" sz="5200" u="sng" dirty="0">
                <a:solidFill>
                  <a:srgbClr val="FFFFFF"/>
                </a:solidFill>
                <a:latin typeface="+mj-lt"/>
                <a:ea typeface="+mj-ea"/>
                <a:cs typeface="+mj-cs"/>
              </a:rPr>
              <a:t>Conceptual Model</a:t>
            </a:r>
            <a:endParaRPr lang="en-US" sz="5200" dirty="0">
              <a:solidFill>
                <a:srgbClr val="FFFFFF"/>
              </a:solidFill>
              <a:latin typeface="+mj-lt"/>
              <a:ea typeface="+mj-ea"/>
              <a:cs typeface="+mj-cs"/>
            </a:endParaRPr>
          </a:p>
        </p:txBody>
      </p:sp>
      <p:pic>
        <p:nvPicPr>
          <p:cNvPr id="3" name="Picture 2" descr="A diagram of a company&#10;&#10;AI-generated content may be incorrect.">
            <a:extLst>
              <a:ext uri="{FF2B5EF4-FFF2-40B4-BE49-F238E27FC236}">
                <a16:creationId xmlns:a16="http://schemas.microsoft.com/office/drawing/2014/main" id="{8F4542DC-ED14-4ED3-CA18-C4989D857FF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7776"/>
            <a:ext cx="6092952" cy="6824417"/>
          </a:xfrm>
          <a:prstGeom prst="rect">
            <a:avLst/>
          </a:prstGeom>
          <a:noFill/>
          <a:ln>
            <a:noFill/>
          </a:ln>
        </p:spPr>
      </p:pic>
    </p:spTree>
    <p:extLst>
      <p:ext uri="{BB962C8B-B14F-4D97-AF65-F5344CB8AC3E}">
        <p14:creationId xmlns:p14="http://schemas.microsoft.com/office/powerpoint/2010/main" val="245883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7F2B25-BC87-9BF8-3E12-25A9DC2B5A74}"/>
            </a:ext>
          </a:extLst>
        </p:cNvPr>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1E644DE9-8D09-43E2-BA69-F57482CFC9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8" name="Rectangle 77">
            <a:extLst>
              <a:ext uri="{FF2B5EF4-FFF2-40B4-BE49-F238E27FC236}">
                <a16:creationId xmlns:a16="http://schemas.microsoft.com/office/drawing/2014/main" id="{6C23C919-B32E-40FF-B3D8-631316E84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80" name="Group 79">
            <a:extLst>
              <a:ext uri="{FF2B5EF4-FFF2-40B4-BE49-F238E27FC236}">
                <a16:creationId xmlns:a16="http://schemas.microsoft.com/office/drawing/2014/main" id="{669174FE-3D8A-43AE-9AA6-F7CC0231E4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17738"/>
            <a:ext cx="7724071" cy="6858000"/>
            <a:chOff x="4464881" y="0"/>
            <a:chExt cx="7724071" cy="6858000"/>
          </a:xfrm>
        </p:grpSpPr>
        <p:pic>
          <p:nvPicPr>
            <p:cNvPr id="81" name="Picture 80">
              <a:extLst>
                <a:ext uri="{FF2B5EF4-FFF2-40B4-BE49-F238E27FC236}">
                  <a16:creationId xmlns:a16="http://schemas.microsoft.com/office/drawing/2014/main" id="{65201DDB-E210-4E8B-ACB8-22D30EB47AB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82" name="Picture 81">
              <a:extLst>
                <a:ext uri="{FF2B5EF4-FFF2-40B4-BE49-F238E27FC236}">
                  <a16:creationId xmlns:a16="http://schemas.microsoft.com/office/drawing/2014/main" id="{55EC46E0-E512-407E-8AFC-1333D357252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5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pic>
        <p:nvPicPr>
          <p:cNvPr id="4" name="Picture 3">
            <a:extLst>
              <a:ext uri="{FF2B5EF4-FFF2-40B4-BE49-F238E27FC236}">
                <a16:creationId xmlns:a16="http://schemas.microsoft.com/office/drawing/2014/main" id="{4CC57028-7244-7F82-9D3E-438ABD5DEEE4}"/>
              </a:ext>
            </a:extLst>
          </p:cNvPr>
          <p:cNvPicPr>
            <a:picLocks noChangeAspect="1"/>
          </p:cNvPicPr>
          <p:nvPr/>
        </p:nvPicPr>
        <p:blipFill>
          <a:blip r:embed="rId4">
            <a:alphaModFix amt="60000"/>
          </a:blip>
          <a:srcRect l="12555" r="28099" b="-1"/>
          <a:stretch>
            <a:fillRect/>
          </a:stretch>
        </p:blipFill>
        <p:spPr>
          <a:xfrm>
            <a:off x="20" y="10"/>
            <a:ext cx="5516525" cy="6856614"/>
          </a:xfrm>
          <a:prstGeom prst="rect">
            <a:avLst/>
          </a:prstGeom>
        </p:spPr>
      </p:pic>
      <p:sp>
        <p:nvSpPr>
          <p:cNvPr id="10" name="TextBox 9">
            <a:extLst>
              <a:ext uri="{FF2B5EF4-FFF2-40B4-BE49-F238E27FC236}">
                <a16:creationId xmlns:a16="http://schemas.microsoft.com/office/drawing/2014/main" id="{DB5AF0A4-0E1C-6A90-D9F7-41C32D495C64}"/>
              </a:ext>
            </a:extLst>
          </p:cNvPr>
          <p:cNvSpPr txBox="1"/>
          <p:nvPr/>
        </p:nvSpPr>
        <p:spPr>
          <a:xfrm>
            <a:off x="838200" y="740211"/>
            <a:ext cx="7530685" cy="3163864"/>
          </a:xfrm>
          <a:prstGeom prst="rect">
            <a:avLst/>
          </a:prstGeom>
        </p:spPr>
        <p:txBody>
          <a:bodyPr vert="horz" lIns="91440" tIns="45720" rIns="91440" bIns="45720" rtlCol="0" anchor="b">
            <a:normAutofit/>
          </a:bodyPr>
          <a:lstStyle/>
          <a:p>
            <a:pPr>
              <a:spcBef>
                <a:spcPct val="0"/>
              </a:spcBef>
              <a:spcAft>
                <a:spcPts val="600"/>
              </a:spcAft>
            </a:pPr>
            <a:r>
              <a:rPr lang="en-US" sz="5200" u="sng" dirty="0">
                <a:solidFill>
                  <a:srgbClr val="FFFFFF"/>
                </a:solidFill>
                <a:latin typeface="+mj-lt"/>
                <a:ea typeface="+mj-ea"/>
                <a:cs typeface="+mj-cs"/>
              </a:rPr>
              <a:t>Mood-board</a:t>
            </a:r>
            <a:endParaRPr lang="en-US" sz="5200" dirty="0">
              <a:solidFill>
                <a:srgbClr val="FFFFFF"/>
              </a:solidFill>
              <a:latin typeface="+mj-lt"/>
              <a:ea typeface="+mj-ea"/>
              <a:cs typeface="+mj-cs"/>
            </a:endParaRPr>
          </a:p>
        </p:txBody>
      </p:sp>
      <p:pic>
        <p:nvPicPr>
          <p:cNvPr id="6" name="Picture 5">
            <a:extLst>
              <a:ext uri="{FF2B5EF4-FFF2-40B4-BE49-F238E27FC236}">
                <a16:creationId xmlns:a16="http://schemas.microsoft.com/office/drawing/2014/main" id="{F52B35AC-D615-D96F-4DF7-F4BDE6D2200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16545" y="-17738"/>
            <a:ext cx="6675455" cy="6893476"/>
          </a:xfrm>
          <a:prstGeom prst="rect">
            <a:avLst/>
          </a:prstGeom>
          <a:noFill/>
          <a:ln>
            <a:noFill/>
          </a:ln>
        </p:spPr>
      </p:pic>
    </p:spTree>
    <p:extLst>
      <p:ext uri="{BB962C8B-B14F-4D97-AF65-F5344CB8AC3E}">
        <p14:creationId xmlns:p14="http://schemas.microsoft.com/office/powerpoint/2010/main" val="534811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F0AFCF-70B9-C89E-F087-15D55527763F}"/>
            </a:ext>
          </a:extLst>
        </p:cNvPr>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115ECEB2-6329-5229-0E12-76DA2E28FC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8" name="Rectangle 77">
            <a:extLst>
              <a:ext uri="{FF2B5EF4-FFF2-40B4-BE49-F238E27FC236}">
                <a16:creationId xmlns:a16="http://schemas.microsoft.com/office/drawing/2014/main" id="{EBF7E0EC-0A63-5860-9545-341C8E51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80" name="Group 79">
            <a:extLst>
              <a:ext uri="{FF2B5EF4-FFF2-40B4-BE49-F238E27FC236}">
                <a16:creationId xmlns:a16="http://schemas.microsoft.com/office/drawing/2014/main" id="{0C1F4F9F-1EE6-BA70-8794-ED8224C63B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17738"/>
            <a:ext cx="7724071" cy="6858000"/>
            <a:chOff x="4464881" y="0"/>
            <a:chExt cx="7724071" cy="6858000"/>
          </a:xfrm>
        </p:grpSpPr>
        <p:pic>
          <p:nvPicPr>
            <p:cNvPr id="81" name="Picture 80">
              <a:extLst>
                <a:ext uri="{FF2B5EF4-FFF2-40B4-BE49-F238E27FC236}">
                  <a16:creationId xmlns:a16="http://schemas.microsoft.com/office/drawing/2014/main" id="{449DA621-28CA-9C89-5D9A-67EA00AD137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82" name="Picture 81">
              <a:extLst>
                <a:ext uri="{FF2B5EF4-FFF2-40B4-BE49-F238E27FC236}">
                  <a16:creationId xmlns:a16="http://schemas.microsoft.com/office/drawing/2014/main" id="{DE6856BA-F288-0373-5311-D22F54946C8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5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pic>
        <p:nvPicPr>
          <p:cNvPr id="4" name="Picture 3">
            <a:extLst>
              <a:ext uri="{FF2B5EF4-FFF2-40B4-BE49-F238E27FC236}">
                <a16:creationId xmlns:a16="http://schemas.microsoft.com/office/drawing/2014/main" id="{1774FBB9-30B8-FA8E-6561-3C047A2D90D2}"/>
              </a:ext>
            </a:extLst>
          </p:cNvPr>
          <p:cNvPicPr>
            <a:picLocks noChangeAspect="1"/>
          </p:cNvPicPr>
          <p:nvPr/>
        </p:nvPicPr>
        <p:blipFill>
          <a:blip r:embed="rId4">
            <a:alphaModFix amt="60000"/>
          </a:blip>
          <a:srcRect l="12555" r="28099" b="-1"/>
          <a:stretch>
            <a:fillRect/>
          </a:stretch>
        </p:blipFill>
        <p:spPr>
          <a:xfrm>
            <a:off x="20" y="10"/>
            <a:ext cx="5516525" cy="6856614"/>
          </a:xfrm>
          <a:prstGeom prst="rect">
            <a:avLst/>
          </a:prstGeom>
        </p:spPr>
      </p:pic>
      <p:sp>
        <p:nvSpPr>
          <p:cNvPr id="10" name="TextBox 9">
            <a:extLst>
              <a:ext uri="{FF2B5EF4-FFF2-40B4-BE49-F238E27FC236}">
                <a16:creationId xmlns:a16="http://schemas.microsoft.com/office/drawing/2014/main" id="{B175E676-7284-420C-362D-64E25FD6959B}"/>
              </a:ext>
            </a:extLst>
          </p:cNvPr>
          <p:cNvSpPr txBox="1"/>
          <p:nvPr/>
        </p:nvSpPr>
        <p:spPr>
          <a:xfrm>
            <a:off x="838200" y="740211"/>
            <a:ext cx="7530685" cy="3163864"/>
          </a:xfrm>
          <a:prstGeom prst="rect">
            <a:avLst/>
          </a:prstGeom>
        </p:spPr>
        <p:txBody>
          <a:bodyPr vert="horz" lIns="91440" tIns="45720" rIns="91440" bIns="45720" rtlCol="0" anchor="b">
            <a:normAutofit/>
          </a:bodyPr>
          <a:lstStyle/>
          <a:p>
            <a:pPr>
              <a:spcBef>
                <a:spcPct val="0"/>
              </a:spcBef>
              <a:spcAft>
                <a:spcPts val="600"/>
              </a:spcAft>
            </a:pPr>
            <a:r>
              <a:rPr lang="en-US" sz="5200" u="sng" dirty="0">
                <a:solidFill>
                  <a:srgbClr val="FFFFFF"/>
                </a:solidFill>
                <a:latin typeface="+mj-lt"/>
                <a:ea typeface="+mj-ea"/>
                <a:cs typeface="+mj-cs"/>
              </a:rPr>
              <a:t>Site-Map</a:t>
            </a:r>
            <a:endParaRPr lang="en-US" sz="5200" dirty="0">
              <a:solidFill>
                <a:srgbClr val="FFFFFF"/>
              </a:solidFill>
              <a:latin typeface="+mj-lt"/>
              <a:ea typeface="+mj-ea"/>
              <a:cs typeface="+mj-cs"/>
            </a:endParaRPr>
          </a:p>
        </p:txBody>
      </p:sp>
      <p:pic>
        <p:nvPicPr>
          <p:cNvPr id="2" name="Picture 1">
            <a:extLst>
              <a:ext uri="{FF2B5EF4-FFF2-40B4-BE49-F238E27FC236}">
                <a16:creationId xmlns:a16="http://schemas.microsoft.com/office/drawing/2014/main" id="{77094D22-7B31-0F27-0EB2-6EF0BA6390D7}"/>
              </a:ext>
            </a:extLst>
          </p:cNvPr>
          <p:cNvPicPr>
            <a:picLocks noChangeAspect="1"/>
          </p:cNvPicPr>
          <p:nvPr/>
        </p:nvPicPr>
        <p:blipFill>
          <a:blip r:embed="rId5"/>
          <a:stretch>
            <a:fillRect/>
          </a:stretch>
        </p:blipFill>
        <p:spPr>
          <a:xfrm>
            <a:off x="4630994" y="0"/>
            <a:ext cx="7561006" cy="6875738"/>
          </a:xfrm>
          <a:prstGeom prst="rect">
            <a:avLst/>
          </a:prstGeom>
        </p:spPr>
      </p:pic>
    </p:spTree>
    <p:extLst>
      <p:ext uri="{BB962C8B-B14F-4D97-AF65-F5344CB8AC3E}">
        <p14:creationId xmlns:p14="http://schemas.microsoft.com/office/powerpoint/2010/main" val="836904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E0751A-DFDF-AE47-2DBC-1935268E760E}"/>
            </a:ext>
          </a:extLst>
        </p:cNvPr>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C40A502D-3434-5A08-12AC-8E3BEFCB8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8" name="Rectangle 77">
            <a:extLst>
              <a:ext uri="{FF2B5EF4-FFF2-40B4-BE49-F238E27FC236}">
                <a16:creationId xmlns:a16="http://schemas.microsoft.com/office/drawing/2014/main" id="{1CCF6936-13CC-B197-260C-14E9D7535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80" name="Group 79">
            <a:extLst>
              <a:ext uri="{FF2B5EF4-FFF2-40B4-BE49-F238E27FC236}">
                <a16:creationId xmlns:a16="http://schemas.microsoft.com/office/drawing/2014/main" id="{79B50952-D8EE-B15F-AEF2-B363DA8936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17738"/>
            <a:ext cx="7724071" cy="6858000"/>
            <a:chOff x="4464881" y="0"/>
            <a:chExt cx="7724071" cy="6858000"/>
          </a:xfrm>
        </p:grpSpPr>
        <p:pic>
          <p:nvPicPr>
            <p:cNvPr id="81" name="Picture 80">
              <a:extLst>
                <a:ext uri="{FF2B5EF4-FFF2-40B4-BE49-F238E27FC236}">
                  <a16:creationId xmlns:a16="http://schemas.microsoft.com/office/drawing/2014/main" id="{89D6BBF8-C146-01D6-4801-0EAAE41941E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82" name="Picture 81">
              <a:extLst>
                <a:ext uri="{FF2B5EF4-FFF2-40B4-BE49-F238E27FC236}">
                  <a16:creationId xmlns:a16="http://schemas.microsoft.com/office/drawing/2014/main" id="{8B04CD7C-290E-7E5E-426C-634EC362988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5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pic>
        <p:nvPicPr>
          <p:cNvPr id="4" name="Picture 3">
            <a:extLst>
              <a:ext uri="{FF2B5EF4-FFF2-40B4-BE49-F238E27FC236}">
                <a16:creationId xmlns:a16="http://schemas.microsoft.com/office/drawing/2014/main" id="{ADE93A59-16AE-EDBA-29AD-B267941B485C}"/>
              </a:ext>
            </a:extLst>
          </p:cNvPr>
          <p:cNvPicPr>
            <a:picLocks noChangeAspect="1"/>
          </p:cNvPicPr>
          <p:nvPr/>
        </p:nvPicPr>
        <p:blipFill>
          <a:blip r:embed="rId4">
            <a:alphaModFix amt="60000"/>
          </a:blip>
          <a:srcRect l="12555" r="28099" b="-1"/>
          <a:stretch>
            <a:fillRect/>
          </a:stretch>
        </p:blipFill>
        <p:spPr>
          <a:xfrm>
            <a:off x="20" y="10"/>
            <a:ext cx="6633468" cy="6856614"/>
          </a:xfrm>
          <a:prstGeom prst="rect">
            <a:avLst/>
          </a:prstGeom>
        </p:spPr>
      </p:pic>
      <p:sp>
        <p:nvSpPr>
          <p:cNvPr id="10" name="TextBox 9">
            <a:extLst>
              <a:ext uri="{FF2B5EF4-FFF2-40B4-BE49-F238E27FC236}">
                <a16:creationId xmlns:a16="http://schemas.microsoft.com/office/drawing/2014/main" id="{73F81827-8865-84A1-55EF-1F4BB3AFF488}"/>
              </a:ext>
            </a:extLst>
          </p:cNvPr>
          <p:cNvSpPr txBox="1"/>
          <p:nvPr/>
        </p:nvSpPr>
        <p:spPr>
          <a:xfrm>
            <a:off x="838200" y="740211"/>
            <a:ext cx="7530685" cy="3163864"/>
          </a:xfrm>
          <a:prstGeom prst="rect">
            <a:avLst/>
          </a:prstGeom>
        </p:spPr>
        <p:txBody>
          <a:bodyPr vert="horz" lIns="91440" tIns="45720" rIns="91440" bIns="45720" rtlCol="0" anchor="b">
            <a:normAutofit/>
          </a:bodyPr>
          <a:lstStyle/>
          <a:p>
            <a:pPr>
              <a:spcBef>
                <a:spcPct val="0"/>
              </a:spcBef>
              <a:spcAft>
                <a:spcPts val="600"/>
              </a:spcAft>
            </a:pPr>
            <a:r>
              <a:rPr lang="en-US" sz="5200" u="sng" dirty="0">
                <a:solidFill>
                  <a:srgbClr val="FFFFFF"/>
                </a:solidFill>
                <a:latin typeface="+mj-lt"/>
                <a:ea typeface="+mj-ea"/>
                <a:cs typeface="+mj-cs"/>
              </a:rPr>
              <a:t>User Flow</a:t>
            </a:r>
            <a:endParaRPr lang="en-US" sz="5200" dirty="0">
              <a:solidFill>
                <a:srgbClr val="FFFFFF"/>
              </a:solidFill>
              <a:latin typeface="+mj-lt"/>
              <a:ea typeface="+mj-ea"/>
              <a:cs typeface="+mj-cs"/>
            </a:endParaRPr>
          </a:p>
        </p:txBody>
      </p:sp>
      <p:pic>
        <p:nvPicPr>
          <p:cNvPr id="3" name="Picture 2" descr="A diagram of a flowchart&#10;&#10;AI-generated content may be incorrect.">
            <a:extLst>
              <a:ext uri="{FF2B5EF4-FFF2-40B4-BE49-F238E27FC236}">
                <a16:creationId xmlns:a16="http://schemas.microsoft.com/office/drawing/2014/main" id="{D175DD56-7BF6-B760-E861-FC99DDC94394}"/>
              </a:ext>
            </a:extLst>
          </p:cNvPr>
          <p:cNvPicPr>
            <a:picLocks noChangeAspect="1"/>
          </p:cNvPicPr>
          <p:nvPr/>
        </p:nvPicPr>
        <p:blipFill>
          <a:blip r:embed="rId5"/>
          <a:stretch>
            <a:fillRect/>
          </a:stretch>
        </p:blipFill>
        <p:spPr>
          <a:xfrm>
            <a:off x="6636537" y="17736"/>
            <a:ext cx="5555464" cy="6840264"/>
          </a:xfrm>
          <a:prstGeom prst="rect">
            <a:avLst/>
          </a:prstGeom>
        </p:spPr>
      </p:pic>
    </p:spTree>
    <p:extLst>
      <p:ext uri="{BB962C8B-B14F-4D97-AF65-F5344CB8AC3E}">
        <p14:creationId xmlns:p14="http://schemas.microsoft.com/office/powerpoint/2010/main" val="11685373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F0A497-6BE1-BC35-7979-7F7582BB6185}"/>
            </a:ext>
          </a:extLst>
        </p:cNvPr>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736D54C2-9B87-7CB5-003E-A0E85DA03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8" name="Rectangle 77">
            <a:extLst>
              <a:ext uri="{FF2B5EF4-FFF2-40B4-BE49-F238E27FC236}">
                <a16:creationId xmlns:a16="http://schemas.microsoft.com/office/drawing/2014/main" id="{83417086-3652-D12C-326F-367FFE180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80" name="Group 79">
            <a:extLst>
              <a:ext uri="{FF2B5EF4-FFF2-40B4-BE49-F238E27FC236}">
                <a16:creationId xmlns:a16="http://schemas.microsoft.com/office/drawing/2014/main" id="{66D71214-1DB4-0DBD-9808-59BADA3A5B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17738"/>
            <a:ext cx="7724071" cy="6858000"/>
            <a:chOff x="4464881" y="0"/>
            <a:chExt cx="7724071" cy="6858000"/>
          </a:xfrm>
        </p:grpSpPr>
        <p:pic>
          <p:nvPicPr>
            <p:cNvPr id="81" name="Picture 80">
              <a:extLst>
                <a:ext uri="{FF2B5EF4-FFF2-40B4-BE49-F238E27FC236}">
                  <a16:creationId xmlns:a16="http://schemas.microsoft.com/office/drawing/2014/main" id="{8CE2F41D-7F35-86B1-B46C-E93B5729E50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82" name="Picture 81">
              <a:extLst>
                <a:ext uri="{FF2B5EF4-FFF2-40B4-BE49-F238E27FC236}">
                  <a16:creationId xmlns:a16="http://schemas.microsoft.com/office/drawing/2014/main" id="{85D8D4D7-2FC1-7A96-A6FF-3E8CC47A5EF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5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pic>
        <p:nvPicPr>
          <p:cNvPr id="4" name="Picture 3">
            <a:extLst>
              <a:ext uri="{FF2B5EF4-FFF2-40B4-BE49-F238E27FC236}">
                <a16:creationId xmlns:a16="http://schemas.microsoft.com/office/drawing/2014/main" id="{0F8EFC23-2606-4EF0-9B39-0CE5416081E5}"/>
              </a:ext>
            </a:extLst>
          </p:cNvPr>
          <p:cNvPicPr>
            <a:picLocks noChangeAspect="1"/>
          </p:cNvPicPr>
          <p:nvPr/>
        </p:nvPicPr>
        <p:blipFill>
          <a:blip r:embed="rId5">
            <a:alphaModFix amt="60000"/>
          </a:blip>
          <a:srcRect l="12555" r="28099" b="-1"/>
          <a:stretch>
            <a:fillRect/>
          </a:stretch>
        </p:blipFill>
        <p:spPr>
          <a:xfrm>
            <a:off x="0" y="9616"/>
            <a:ext cx="12192000" cy="6829259"/>
          </a:xfrm>
          <a:prstGeom prst="rect">
            <a:avLst/>
          </a:prstGeom>
        </p:spPr>
      </p:pic>
      <p:sp>
        <p:nvSpPr>
          <p:cNvPr id="10" name="TextBox 9">
            <a:extLst>
              <a:ext uri="{FF2B5EF4-FFF2-40B4-BE49-F238E27FC236}">
                <a16:creationId xmlns:a16="http://schemas.microsoft.com/office/drawing/2014/main" id="{4B1E73D9-8AFB-4CD2-4760-D5F5AF68C632}"/>
              </a:ext>
            </a:extLst>
          </p:cNvPr>
          <p:cNvSpPr txBox="1"/>
          <p:nvPr/>
        </p:nvSpPr>
        <p:spPr>
          <a:xfrm>
            <a:off x="4700372" y="516835"/>
            <a:ext cx="3907052" cy="742777"/>
          </a:xfrm>
          <a:prstGeom prst="rect">
            <a:avLst/>
          </a:prstGeom>
        </p:spPr>
        <p:txBody>
          <a:bodyPr vert="horz" lIns="91440" tIns="45720" rIns="91440" bIns="45720" rtlCol="0" anchor="b">
            <a:normAutofit fontScale="92500" lnSpcReduction="20000"/>
          </a:bodyPr>
          <a:lstStyle/>
          <a:p>
            <a:pPr>
              <a:spcBef>
                <a:spcPct val="0"/>
              </a:spcBef>
              <a:spcAft>
                <a:spcPts val="600"/>
              </a:spcAft>
            </a:pPr>
            <a:r>
              <a:rPr lang="en-US" sz="5200" u="sng" dirty="0" err="1">
                <a:solidFill>
                  <a:srgbClr val="FFFFFF"/>
                </a:solidFill>
                <a:latin typeface="+mj-lt"/>
                <a:ea typeface="+mj-ea"/>
                <a:cs typeface="+mj-cs"/>
              </a:rPr>
              <a:t>Personnas</a:t>
            </a:r>
            <a:endParaRPr lang="en-US" sz="5200" dirty="0">
              <a:solidFill>
                <a:srgbClr val="FFFFFF"/>
              </a:solidFill>
              <a:latin typeface="+mj-lt"/>
              <a:ea typeface="+mj-ea"/>
              <a:cs typeface="+mj-cs"/>
            </a:endParaRPr>
          </a:p>
        </p:txBody>
      </p:sp>
      <p:pic>
        <p:nvPicPr>
          <p:cNvPr id="2" name="Picture 1">
            <a:extLst>
              <a:ext uri="{FF2B5EF4-FFF2-40B4-BE49-F238E27FC236}">
                <a16:creationId xmlns:a16="http://schemas.microsoft.com/office/drawing/2014/main" id="{8C323B3B-A474-DA92-29EE-2B4563391D71}"/>
              </a:ext>
            </a:extLst>
          </p:cNvPr>
          <p:cNvPicPr>
            <a:picLocks noChangeAspect="1"/>
          </p:cNvPicPr>
          <p:nvPr/>
        </p:nvPicPr>
        <p:blipFill>
          <a:blip r:embed="rId6"/>
          <a:stretch>
            <a:fillRect/>
          </a:stretch>
        </p:blipFill>
        <p:spPr>
          <a:xfrm>
            <a:off x="413998" y="1593336"/>
            <a:ext cx="11364004" cy="4883637"/>
          </a:xfrm>
          <a:prstGeom prst="rect">
            <a:avLst/>
          </a:prstGeom>
        </p:spPr>
      </p:pic>
    </p:spTree>
    <p:extLst>
      <p:ext uri="{BB962C8B-B14F-4D97-AF65-F5344CB8AC3E}">
        <p14:creationId xmlns:p14="http://schemas.microsoft.com/office/powerpoint/2010/main" val="1826850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E58315-E672-E12F-CC5D-2060E8A8F2B6}"/>
            </a:ext>
          </a:extLst>
        </p:cNvPr>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1F227813-4F2A-D920-1F7F-F08C8C347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8" name="Rectangle 77">
            <a:extLst>
              <a:ext uri="{FF2B5EF4-FFF2-40B4-BE49-F238E27FC236}">
                <a16:creationId xmlns:a16="http://schemas.microsoft.com/office/drawing/2014/main" id="{8B08AED0-8748-AD21-3BD8-CA33A71DA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80" name="Group 79">
            <a:extLst>
              <a:ext uri="{FF2B5EF4-FFF2-40B4-BE49-F238E27FC236}">
                <a16:creationId xmlns:a16="http://schemas.microsoft.com/office/drawing/2014/main" id="{B74551FA-7A1A-9D8C-4DFA-4B3771D913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17738"/>
            <a:ext cx="7724071" cy="6858000"/>
            <a:chOff x="4464881" y="0"/>
            <a:chExt cx="7724071" cy="6858000"/>
          </a:xfrm>
        </p:grpSpPr>
        <p:pic>
          <p:nvPicPr>
            <p:cNvPr id="81" name="Picture 80">
              <a:extLst>
                <a:ext uri="{FF2B5EF4-FFF2-40B4-BE49-F238E27FC236}">
                  <a16:creationId xmlns:a16="http://schemas.microsoft.com/office/drawing/2014/main" id="{6F4F9C76-5F2C-3B38-E566-6423F5EC10F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82" name="Picture 81">
              <a:extLst>
                <a:ext uri="{FF2B5EF4-FFF2-40B4-BE49-F238E27FC236}">
                  <a16:creationId xmlns:a16="http://schemas.microsoft.com/office/drawing/2014/main" id="{041C7A33-6A6A-0880-9031-FF6A91FFFD6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5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pic>
        <p:nvPicPr>
          <p:cNvPr id="4" name="Picture 3">
            <a:extLst>
              <a:ext uri="{FF2B5EF4-FFF2-40B4-BE49-F238E27FC236}">
                <a16:creationId xmlns:a16="http://schemas.microsoft.com/office/drawing/2014/main" id="{0EE47892-E7CD-46EA-AB62-5046C068CAFF}"/>
              </a:ext>
            </a:extLst>
          </p:cNvPr>
          <p:cNvPicPr>
            <a:picLocks noChangeAspect="1"/>
          </p:cNvPicPr>
          <p:nvPr/>
        </p:nvPicPr>
        <p:blipFill>
          <a:blip r:embed="rId5">
            <a:alphaModFix amt="60000"/>
          </a:blip>
          <a:srcRect l="12555" r="28099" b="-1"/>
          <a:stretch>
            <a:fillRect/>
          </a:stretch>
        </p:blipFill>
        <p:spPr>
          <a:xfrm>
            <a:off x="0" y="9616"/>
            <a:ext cx="12192000" cy="6829259"/>
          </a:xfrm>
          <a:prstGeom prst="rect">
            <a:avLst/>
          </a:prstGeom>
        </p:spPr>
      </p:pic>
      <p:sp>
        <p:nvSpPr>
          <p:cNvPr id="10" name="TextBox 9">
            <a:extLst>
              <a:ext uri="{FF2B5EF4-FFF2-40B4-BE49-F238E27FC236}">
                <a16:creationId xmlns:a16="http://schemas.microsoft.com/office/drawing/2014/main" id="{31BE3520-7A8F-778A-0CC8-B520F1AD486E}"/>
              </a:ext>
            </a:extLst>
          </p:cNvPr>
          <p:cNvSpPr txBox="1"/>
          <p:nvPr/>
        </p:nvSpPr>
        <p:spPr>
          <a:xfrm>
            <a:off x="4700372" y="516835"/>
            <a:ext cx="3907052" cy="742777"/>
          </a:xfrm>
          <a:prstGeom prst="rect">
            <a:avLst/>
          </a:prstGeom>
        </p:spPr>
        <p:txBody>
          <a:bodyPr vert="horz" lIns="91440" tIns="45720" rIns="91440" bIns="45720" rtlCol="0" anchor="b">
            <a:normAutofit fontScale="92500" lnSpcReduction="20000"/>
          </a:bodyPr>
          <a:lstStyle/>
          <a:p>
            <a:pPr>
              <a:spcBef>
                <a:spcPct val="0"/>
              </a:spcBef>
              <a:spcAft>
                <a:spcPts val="600"/>
              </a:spcAft>
            </a:pPr>
            <a:r>
              <a:rPr lang="en-US" sz="5200" u="sng" dirty="0" err="1">
                <a:solidFill>
                  <a:srgbClr val="FFFFFF"/>
                </a:solidFill>
                <a:latin typeface="+mj-lt"/>
                <a:ea typeface="+mj-ea"/>
                <a:cs typeface="+mj-cs"/>
              </a:rPr>
              <a:t>Personnas</a:t>
            </a:r>
            <a:endParaRPr lang="en-US" sz="5200" dirty="0">
              <a:solidFill>
                <a:srgbClr val="FFFFFF"/>
              </a:solidFill>
              <a:latin typeface="+mj-lt"/>
              <a:ea typeface="+mj-ea"/>
              <a:cs typeface="+mj-cs"/>
            </a:endParaRPr>
          </a:p>
        </p:txBody>
      </p:sp>
      <p:pic>
        <p:nvPicPr>
          <p:cNvPr id="3" name="Picture 2">
            <a:extLst>
              <a:ext uri="{FF2B5EF4-FFF2-40B4-BE49-F238E27FC236}">
                <a16:creationId xmlns:a16="http://schemas.microsoft.com/office/drawing/2014/main" id="{0988AC28-1B12-61BB-313A-6E96EED29FD0}"/>
              </a:ext>
            </a:extLst>
          </p:cNvPr>
          <p:cNvPicPr>
            <a:picLocks noChangeAspect="1"/>
          </p:cNvPicPr>
          <p:nvPr/>
        </p:nvPicPr>
        <p:blipFill>
          <a:blip r:embed="rId6"/>
          <a:stretch>
            <a:fillRect/>
          </a:stretch>
        </p:blipFill>
        <p:spPr>
          <a:xfrm>
            <a:off x="668788" y="1752075"/>
            <a:ext cx="10854423" cy="4589090"/>
          </a:xfrm>
          <a:prstGeom prst="rect">
            <a:avLst/>
          </a:prstGeom>
        </p:spPr>
      </p:pic>
    </p:spTree>
    <p:extLst>
      <p:ext uri="{BB962C8B-B14F-4D97-AF65-F5344CB8AC3E}">
        <p14:creationId xmlns:p14="http://schemas.microsoft.com/office/powerpoint/2010/main" val="715993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68C319-E00B-79D7-4E91-F95D98015B59}"/>
            </a:ext>
          </a:extLst>
        </p:cNvPr>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111A7F59-8E8C-94E2-3970-F69B91C239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8" name="Rectangle 77">
            <a:extLst>
              <a:ext uri="{FF2B5EF4-FFF2-40B4-BE49-F238E27FC236}">
                <a16:creationId xmlns:a16="http://schemas.microsoft.com/office/drawing/2014/main" id="{54EA00A6-2B32-6627-7C03-8951DB1A4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80" name="Group 79">
            <a:extLst>
              <a:ext uri="{FF2B5EF4-FFF2-40B4-BE49-F238E27FC236}">
                <a16:creationId xmlns:a16="http://schemas.microsoft.com/office/drawing/2014/main" id="{210E3CD0-212F-9BA9-782E-5E0CF9871D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17738"/>
            <a:ext cx="7724071" cy="6858000"/>
            <a:chOff x="4464881" y="0"/>
            <a:chExt cx="7724071" cy="6858000"/>
          </a:xfrm>
        </p:grpSpPr>
        <p:pic>
          <p:nvPicPr>
            <p:cNvPr id="81" name="Picture 80">
              <a:extLst>
                <a:ext uri="{FF2B5EF4-FFF2-40B4-BE49-F238E27FC236}">
                  <a16:creationId xmlns:a16="http://schemas.microsoft.com/office/drawing/2014/main" id="{2EB477D1-F538-2A1E-AC4E-61C9383D330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82" name="Picture 81">
              <a:extLst>
                <a:ext uri="{FF2B5EF4-FFF2-40B4-BE49-F238E27FC236}">
                  <a16:creationId xmlns:a16="http://schemas.microsoft.com/office/drawing/2014/main" id="{D1A25580-5558-BC0E-9694-EB43716792B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5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pic>
        <p:nvPicPr>
          <p:cNvPr id="4" name="Picture 3">
            <a:extLst>
              <a:ext uri="{FF2B5EF4-FFF2-40B4-BE49-F238E27FC236}">
                <a16:creationId xmlns:a16="http://schemas.microsoft.com/office/drawing/2014/main" id="{9E64B6B2-235A-7AEC-9799-E9B6AD210F31}"/>
              </a:ext>
            </a:extLst>
          </p:cNvPr>
          <p:cNvPicPr>
            <a:picLocks noChangeAspect="1"/>
          </p:cNvPicPr>
          <p:nvPr/>
        </p:nvPicPr>
        <p:blipFill>
          <a:blip r:embed="rId5">
            <a:alphaModFix amt="60000"/>
          </a:blip>
          <a:srcRect l="12555" r="28099" b="-1"/>
          <a:stretch>
            <a:fillRect/>
          </a:stretch>
        </p:blipFill>
        <p:spPr>
          <a:xfrm>
            <a:off x="0" y="9616"/>
            <a:ext cx="12192000" cy="6829259"/>
          </a:xfrm>
          <a:prstGeom prst="rect">
            <a:avLst/>
          </a:prstGeom>
        </p:spPr>
      </p:pic>
      <p:sp>
        <p:nvSpPr>
          <p:cNvPr id="10" name="TextBox 9">
            <a:extLst>
              <a:ext uri="{FF2B5EF4-FFF2-40B4-BE49-F238E27FC236}">
                <a16:creationId xmlns:a16="http://schemas.microsoft.com/office/drawing/2014/main" id="{7D202CE6-51A2-CF2F-6917-939E48B2F3E0}"/>
              </a:ext>
            </a:extLst>
          </p:cNvPr>
          <p:cNvSpPr txBox="1"/>
          <p:nvPr/>
        </p:nvSpPr>
        <p:spPr>
          <a:xfrm>
            <a:off x="4700372" y="516835"/>
            <a:ext cx="3907052" cy="742777"/>
          </a:xfrm>
          <a:prstGeom prst="rect">
            <a:avLst/>
          </a:prstGeom>
        </p:spPr>
        <p:txBody>
          <a:bodyPr vert="horz" lIns="91440" tIns="45720" rIns="91440" bIns="45720" rtlCol="0" anchor="b">
            <a:normAutofit fontScale="92500" lnSpcReduction="20000"/>
          </a:bodyPr>
          <a:lstStyle/>
          <a:p>
            <a:pPr>
              <a:spcBef>
                <a:spcPct val="0"/>
              </a:spcBef>
              <a:spcAft>
                <a:spcPts val="600"/>
              </a:spcAft>
            </a:pPr>
            <a:r>
              <a:rPr lang="en-US" sz="5200" u="sng" dirty="0" err="1">
                <a:solidFill>
                  <a:srgbClr val="FFFFFF"/>
                </a:solidFill>
                <a:latin typeface="+mj-lt"/>
                <a:ea typeface="+mj-ea"/>
                <a:cs typeface="+mj-cs"/>
              </a:rPr>
              <a:t>Personnas</a:t>
            </a:r>
            <a:endParaRPr lang="en-US" sz="5200" dirty="0">
              <a:solidFill>
                <a:srgbClr val="FFFFFF"/>
              </a:solidFill>
              <a:latin typeface="+mj-lt"/>
              <a:ea typeface="+mj-ea"/>
              <a:cs typeface="+mj-cs"/>
            </a:endParaRPr>
          </a:p>
        </p:txBody>
      </p:sp>
      <p:pic>
        <p:nvPicPr>
          <p:cNvPr id="2" name="Picture 1" descr="A screenshot of a computer screen&#10;&#10;AI-generated content may be incorrect.">
            <a:extLst>
              <a:ext uri="{FF2B5EF4-FFF2-40B4-BE49-F238E27FC236}">
                <a16:creationId xmlns:a16="http://schemas.microsoft.com/office/drawing/2014/main" id="{61C2BF66-E195-E4F5-CC29-A24146BAB3B8}"/>
              </a:ext>
            </a:extLst>
          </p:cNvPr>
          <p:cNvPicPr>
            <a:picLocks noChangeAspect="1"/>
          </p:cNvPicPr>
          <p:nvPr/>
        </p:nvPicPr>
        <p:blipFill>
          <a:blip r:embed="rId6"/>
          <a:stretch>
            <a:fillRect/>
          </a:stretch>
        </p:blipFill>
        <p:spPr>
          <a:xfrm>
            <a:off x="372348" y="1533534"/>
            <a:ext cx="11447304" cy="4926901"/>
          </a:xfrm>
          <a:prstGeom prst="rect">
            <a:avLst/>
          </a:prstGeom>
        </p:spPr>
      </p:pic>
    </p:spTree>
    <p:extLst>
      <p:ext uri="{BB962C8B-B14F-4D97-AF65-F5344CB8AC3E}">
        <p14:creationId xmlns:p14="http://schemas.microsoft.com/office/powerpoint/2010/main" val="3426139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CF1329-151A-4F96-AF3B-B67E38D50029}"/>
            </a:ext>
          </a:extLst>
        </p:cNvPr>
        <p:cNvGrpSpPr/>
        <p:nvPr/>
      </p:nvGrpSpPr>
      <p:grpSpPr>
        <a:xfrm>
          <a:off x="0" y="0"/>
          <a:ext cx="0" cy="0"/>
          <a:chOff x="0" y="0"/>
          <a:chExt cx="0" cy="0"/>
        </a:xfrm>
      </p:grpSpPr>
      <p:sp>
        <p:nvSpPr>
          <p:cNvPr id="56" name="Rectangle 55">
            <a:extLst>
              <a:ext uri="{FF2B5EF4-FFF2-40B4-BE49-F238E27FC236}">
                <a16:creationId xmlns:a16="http://schemas.microsoft.com/office/drawing/2014/main" id="{7A03FF58-9059-2B5A-D7EC-B25A772263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57" name="Picture 56">
            <a:extLst>
              <a:ext uri="{FF2B5EF4-FFF2-40B4-BE49-F238E27FC236}">
                <a16:creationId xmlns:a16="http://schemas.microsoft.com/office/drawing/2014/main" id="{28ADEF5C-F035-DC0D-B76D-03390968CD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58" name="Rectangle 57">
            <a:extLst>
              <a:ext uri="{FF2B5EF4-FFF2-40B4-BE49-F238E27FC236}">
                <a16:creationId xmlns:a16="http://schemas.microsoft.com/office/drawing/2014/main" id="{6AEAFC85-385D-888C-4967-21A863CA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9" name="Rectangle 58">
            <a:extLst>
              <a:ext uri="{FF2B5EF4-FFF2-40B4-BE49-F238E27FC236}">
                <a16:creationId xmlns:a16="http://schemas.microsoft.com/office/drawing/2014/main" id="{6C0A07B1-BB31-7BF6-6022-5692EE693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0" name="Rectangle 59">
            <a:extLst>
              <a:ext uri="{FF2B5EF4-FFF2-40B4-BE49-F238E27FC236}">
                <a16:creationId xmlns:a16="http://schemas.microsoft.com/office/drawing/2014/main" id="{63E84319-4EAA-4A0A-B0B3-D8C3F611C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566D1FC8-D312-B7FD-CF05-80A986C5C6DB}"/>
              </a:ext>
            </a:extLst>
          </p:cNvPr>
          <p:cNvPicPr>
            <a:picLocks noChangeAspect="1"/>
          </p:cNvPicPr>
          <p:nvPr/>
        </p:nvPicPr>
        <p:blipFill>
          <a:blip r:embed="rId3">
            <a:alphaModFix amt="60000"/>
          </a:blip>
          <a:srcRect t="8026" b="7721"/>
          <a:stretch>
            <a:fillRect/>
          </a:stretch>
        </p:blipFill>
        <p:spPr>
          <a:xfrm>
            <a:off x="20" y="1386"/>
            <a:ext cx="12191980" cy="6856614"/>
          </a:xfrm>
          <a:prstGeom prst="rect">
            <a:avLst/>
          </a:prstGeom>
        </p:spPr>
      </p:pic>
      <p:sp>
        <p:nvSpPr>
          <p:cNvPr id="10" name="TextBox 9">
            <a:extLst>
              <a:ext uri="{FF2B5EF4-FFF2-40B4-BE49-F238E27FC236}">
                <a16:creationId xmlns:a16="http://schemas.microsoft.com/office/drawing/2014/main" id="{E1588BB3-DFBF-E99C-6A6C-C7A2919EE26D}"/>
              </a:ext>
            </a:extLst>
          </p:cNvPr>
          <p:cNvSpPr txBox="1"/>
          <p:nvPr/>
        </p:nvSpPr>
        <p:spPr>
          <a:xfrm>
            <a:off x="1198181" y="726066"/>
            <a:ext cx="4795282" cy="5018227"/>
          </a:xfrm>
          <a:prstGeom prst="rect">
            <a:avLst/>
          </a:prstGeom>
        </p:spPr>
        <p:txBody>
          <a:bodyPr vert="horz" lIns="91440" tIns="45720" rIns="91440" bIns="45720" rtlCol="0" anchor="ctr">
            <a:normAutofit/>
          </a:bodyPr>
          <a:lstStyle/>
          <a:p>
            <a:pPr>
              <a:spcBef>
                <a:spcPct val="0"/>
              </a:spcBef>
              <a:spcAft>
                <a:spcPts val="600"/>
              </a:spcAft>
            </a:pPr>
            <a:r>
              <a:rPr lang="en-US" sz="4400" u="sng" dirty="0">
                <a:solidFill>
                  <a:srgbClr val="FFFFFF"/>
                </a:solidFill>
                <a:latin typeface="+mj-lt"/>
                <a:ea typeface="+mj-ea"/>
                <a:cs typeface="+mj-cs"/>
              </a:rPr>
              <a:t>Identity Branding</a:t>
            </a:r>
            <a:endParaRPr lang="en-US" sz="4400" dirty="0">
              <a:solidFill>
                <a:srgbClr val="FFFFFF"/>
              </a:solidFill>
              <a:latin typeface="+mj-lt"/>
              <a:ea typeface="+mj-ea"/>
              <a:cs typeface="+mj-cs"/>
            </a:endParaRPr>
          </a:p>
        </p:txBody>
      </p:sp>
      <p:grpSp>
        <p:nvGrpSpPr>
          <p:cNvPr id="53" name="Group 52">
            <a:extLst>
              <a:ext uri="{FF2B5EF4-FFF2-40B4-BE49-F238E27FC236}">
                <a16:creationId xmlns:a16="http://schemas.microsoft.com/office/drawing/2014/main" id="{7C6286CC-0E7F-0861-3574-6D8658A987E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6951981" y="0"/>
            <a:ext cx="5236971" cy="6858001"/>
            <a:chOff x="6951981" y="0"/>
            <a:chExt cx="5236971" cy="6858001"/>
          </a:xfrm>
        </p:grpSpPr>
        <p:pic>
          <p:nvPicPr>
            <p:cNvPr id="54" name="Picture 53">
              <a:extLst>
                <a:ext uri="{FF2B5EF4-FFF2-40B4-BE49-F238E27FC236}">
                  <a16:creationId xmlns:a16="http://schemas.microsoft.com/office/drawing/2014/main" id="{2C55FF59-0298-194B-A32C-D3A9545E6DC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20000"/>
              <a:extLst>
                <a:ext uri="{28A0092B-C50C-407E-A947-70E740481C1C}">
                  <a14:useLocalDpi xmlns:a14="http://schemas.microsoft.com/office/drawing/2010/main" val="0"/>
                </a:ext>
              </a:extLst>
            </a:blip>
            <a:stretch>
              <a:fillRect/>
            </a:stretch>
          </p:blipFill>
          <p:spPr>
            <a:xfrm flipH="1">
              <a:off x="6951981" y="692703"/>
              <a:ext cx="5236971" cy="6165298"/>
            </a:xfrm>
            <a:prstGeom prst="rect">
              <a:avLst/>
            </a:prstGeom>
          </p:spPr>
        </p:pic>
        <p:pic>
          <p:nvPicPr>
            <p:cNvPr id="55" name="Picture 54">
              <a:extLst>
                <a:ext uri="{FF2B5EF4-FFF2-40B4-BE49-F238E27FC236}">
                  <a16:creationId xmlns:a16="http://schemas.microsoft.com/office/drawing/2014/main" id="{666A6776-BFC3-92E6-1627-5E4830D0E9E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alphaModFix amt="5000"/>
              <a:extLst>
                <a:ext uri="{28A0092B-C50C-407E-A947-70E740481C1C}">
                  <a14:useLocalDpi xmlns:a14="http://schemas.microsoft.com/office/drawing/2010/main" val="0"/>
                </a:ext>
              </a:extLst>
            </a:blip>
            <a:srcRect l="19154" b="19117"/>
            <a:stretch/>
          </p:blipFill>
          <p:spPr>
            <a:xfrm rot="16200000" flipH="1">
              <a:off x="7618603" y="-373126"/>
              <a:ext cx="4197223" cy="4943475"/>
            </a:xfrm>
            <a:prstGeom prst="rect">
              <a:avLst/>
            </a:prstGeom>
          </p:spPr>
        </p:pic>
      </p:grpSp>
      <p:sp>
        <p:nvSpPr>
          <p:cNvPr id="5" name="Flowchart: Connector 4">
            <a:extLst>
              <a:ext uri="{FF2B5EF4-FFF2-40B4-BE49-F238E27FC236}">
                <a16:creationId xmlns:a16="http://schemas.microsoft.com/office/drawing/2014/main" id="{30C3F94B-3853-C1B8-4F6A-EA6F993E507B}"/>
              </a:ext>
            </a:extLst>
          </p:cNvPr>
          <p:cNvSpPr/>
          <p:nvPr/>
        </p:nvSpPr>
        <p:spPr>
          <a:xfrm>
            <a:off x="5913120" y="4175760"/>
            <a:ext cx="1024524" cy="995680"/>
          </a:xfrm>
          <a:prstGeom prst="flowChartConnector">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C62E55F5-7B88-69E7-BF95-704B81CBE7F2}"/>
              </a:ext>
            </a:extLst>
          </p:cNvPr>
          <p:cNvSpPr/>
          <p:nvPr/>
        </p:nvSpPr>
        <p:spPr>
          <a:xfrm>
            <a:off x="7063620" y="4175760"/>
            <a:ext cx="1024524" cy="995680"/>
          </a:xfrm>
          <a:prstGeom prst="flowChartConnector">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a:extLst>
              <a:ext uri="{FF2B5EF4-FFF2-40B4-BE49-F238E27FC236}">
                <a16:creationId xmlns:a16="http://schemas.microsoft.com/office/drawing/2014/main" id="{3E58073F-BBF3-73EF-0949-57A61F651885}"/>
              </a:ext>
            </a:extLst>
          </p:cNvPr>
          <p:cNvSpPr/>
          <p:nvPr/>
        </p:nvSpPr>
        <p:spPr>
          <a:xfrm>
            <a:off x="8180436" y="4175760"/>
            <a:ext cx="1024524" cy="995680"/>
          </a:xfrm>
          <a:prstGeom prst="flowChartConnector">
            <a:avLst/>
          </a:prstGeom>
          <a:solidFill>
            <a:srgbClr val="F4C5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a:extLst>
              <a:ext uri="{FF2B5EF4-FFF2-40B4-BE49-F238E27FC236}">
                <a16:creationId xmlns:a16="http://schemas.microsoft.com/office/drawing/2014/main" id="{E28E545D-9190-BC90-8AEE-5F8B70195809}"/>
              </a:ext>
            </a:extLst>
          </p:cNvPr>
          <p:cNvSpPr/>
          <p:nvPr/>
        </p:nvSpPr>
        <p:spPr>
          <a:xfrm>
            <a:off x="9287843" y="4159011"/>
            <a:ext cx="1024524" cy="995680"/>
          </a:xfrm>
          <a:prstGeom prst="flowChartConnector">
            <a:avLst/>
          </a:prstGeom>
          <a:solidFill>
            <a:srgbClr val="FFAF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DD798EC5-1FA6-4AB3-AF4B-929EF4D04043}"/>
              </a:ext>
            </a:extLst>
          </p:cNvPr>
          <p:cNvSpPr/>
          <p:nvPr/>
        </p:nvSpPr>
        <p:spPr>
          <a:xfrm>
            <a:off x="10421445" y="4177711"/>
            <a:ext cx="1024524" cy="995680"/>
          </a:xfrm>
          <a:prstGeom prst="flowChartConnector">
            <a:avLst/>
          </a:prstGeom>
          <a:solidFill>
            <a:srgbClr val="1D92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cartoon of a person holding boxes&#10;&#10;AI-generated content may be incorrect.">
            <a:extLst>
              <a:ext uri="{FF2B5EF4-FFF2-40B4-BE49-F238E27FC236}">
                <a16:creationId xmlns:a16="http://schemas.microsoft.com/office/drawing/2014/main" id="{55A7C023-0356-20BD-FAC2-7B759A047A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24420" y="295279"/>
            <a:ext cx="3813984" cy="3863039"/>
          </a:xfrm>
          <a:prstGeom prst="rect">
            <a:avLst/>
          </a:prstGeom>
        </p:spPr>
      </p:pic>
    </p:spTree>
    <p:extLst>
      <p:ext uri="{BB962C8B-B14F-4D97-AF65-F5344CB8AC3E}">
        <p14:creationId xmlns:p14="http://schemas.microsoft.com/office/powerpoint/2010/main" val="3353334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4E9B72-5276-15C0-AF44-E926F9DD6A11}"/>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33399522-77AA-A99A-A873-CC352064E3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28" name="Picture 27">
            <a:extLst>
              <a:ext uri="{FF2B5EF4-FFF2-40B4-BE49-F238E27FC236}">
                <a16:creationId xmlns:a16="http://schemas.microsoft.com/office/drawing/2014/main" id="{1DF2E856-CE37-7D47-9DBE-7F3CFF9946D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30" name="Rectangle 29">
            <a:extLst>
              <a:ext uri="{FF2B5EF4-FFF2-40B4-BE49-F238E27FC236}">
                <a16:creationId xmlns:a16="http://schemas.microsoft.com/office/drawing/2014/main" id="{CBA3FBF0-E689-63FF-93F6-EEDA78DF2C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2" name="Rectangle 31">
            <a:extLst>
              <a:ext uri="{FF2B5EF4-FFF2-40B4-BE49-F238E27FC236}">
                <a16:creationId xmlns:a16="http://schemas.microsoft.com/office/drawing/2014/main" id="{179F12BC-30BF-2756-EE12-14BAACB68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4" name="Rectangle 33">
            <a:extLst>
              <a:ext uri="{FF2B5EF4-FFF2-40B4-BE49-F238E27FC236}">
                <a16:creationId xmlns:a16="http://schemas.microsoft.com/office/drawing/2014/main" id="{333AFFF6-C4E3-CCE0-FB6E-3AFBE1ECD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D5324981-D83F-316B-FF16-047E00C25069}"/>
              </a:ext>
            </a:extLst>
          </p:cNvPr>
          <p:cNvPicPr>
            <a:picLocks noChangeAspect="1"/>
          </p:cNvPicPr>
          <p:nvPr/>
        </p:nvPicPr>
        <p:blipFill>
          <a:blip r:embed="rId3">
            <a:alphaModFix amt="60000"/>
          </a:blip>
          <a:srcRect t="8026" b="7721"/>
          <a:stretch>
            <a:fillRect/>
          </a:stretch>
        </p:blipFill>
        <p:spPr>
          <a:xfrm>
            <a:off x="20" y="10"/>
            <a:ext cx="12191980" cy="6856614"/>
          </a:xfrm>
          <a:prstGeom prst="rect">
            <a:avLst/>
          </a:prstGeom>
        </p:spPr>
      </p:pic>
      <p:sp>
        <p:nvSpPr>
          <p:cNvPr id="10" name="TextBox 9">
            <a:extLst>
              <a:ext uri="{FF2B5EF4-FFF2-40B4-BE49-F238E27FC236}">
                <a16:creationId xmlns:a16="http://schemas.microsoft.com/office/drawing/2014/main" id="{563EE599-4613-91FB-2663-B36744B58231}"/>
              </a:ext>
            </a:extLst>
          </p:cNvPr>
          <p:cNvSpPr txBox="1"/>
          <p:nvPr/>
        </p:nvSpPr>
        <p:spPr>
          <a:xfrm>
            <a:off x="1198181" y="726066"/>
            <a:ext cx="4795282" cy="5018227"/>
          </a:xfrm>
          <a:prstGeom prst="rect">
            <a:avLst/>
          </a:prstGeom>
        </p:spPr>
        <p:txBody>
          <a:bodyPr vert="horz" lIns="91440" tIns="45720" rIns="91440" bIns="45720" rtlCol="0" anchor="ctr">
            <a:normAutofit/>
          </a:bodyPr>
          <a:lstStyle/>
          <a:p>
            <a:pPr>
              <a:spcBef>
                <a:spcPct val="0"/>
              </a:spcBef>
              <a:spcAft>
                <a:spcPts val="600"/>
              </a:spcAft>
            </a:pPr>
            <a:r>
              <a:rPr lang="en-US" sz="4400" u="sng" dirty="0">
                <a:solidFill>
                  <a:srgbClr val="FFFFFF"/>
                </a:solidFill>
                <a:latin typeface="+mj-lt"/>
                <a:ea typeface="+mj-ea"/>
                <a:cs typeface="+mj-cs"/>
              </a:rPr>
              <a:t>Figma</a:t>
            </a:r>
            <a:endParaRPr lang="en-US" sz="4400" dirty="0">
              <a:solidFill>
                <a:srgbClr val="FFFFFF"/>
              </a:solidFill>
              <a:latin typeface="+mj-lt"/>
              <a:ea typeface="+mj-ea"/>
              <a:cs typeface="+mj-cs"/>
            </a:endParaRPr>
          </a:p>
        </p:txBody>
      </p:sp>
      <p:grpSp>
        <p:nvGrpSpPr>
          <p:cNvPr id="36" name="Group 35">
            <a:extLst>
              <a:ext uri="{FF2B5EF4-FFF2-40B4-BE49-F238E27FC236}">
                <a16:creationId xmlns:a16="http://schemas.microsoft.com/office/drawing/2014/main" id="{AF2537BC-827E-72A9-F251-298F258727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6951981" y="0"/>
            <a:ext cx="5236971" cy="6858001"/>
            <a:chOff x="6951981" y="0"/>
            <a:chExt cx="5236971" cy="6858001"/>
          </a:xfrm>
        </p:grpSpPr>
        <p:pic>
          <p:nvPicPr>
            <p:cNvPr id="37" name="Picture 36">
              <a:extLst>
                <a:ext uri="{FF2B5EF4-FFF2-40B4-BE49-F238E27FC236}">
                  <a16:creationId xmlns:a16="http://schemas.microsoft.com/office/drawing/2014/main" id="{82A0835A-84D1-4700-34BD-D1C267EA4BD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20000"/>
              <a:extLst>
                <a:ext uri="{28A0092B-C50C-407E-A947-70E740481C1C}">
                  <a14:useLocalDpi xmlns:a14="http://schemas.microsoft.com/office/drawing/2010/main" val="0"/>
                </a:ext>
              </a:extLst>
            </a:blip>
            <a:stretch>
              <a:fillRect/>
            </a:stretch>
          </p:blipFill>
          <p:spPr>
            <a:xfrm flipH="1">
              <a:off x="6951981" y="692703"/>
              <a:ext cx="5236971" cy="6165298"/>
            </a:xfrm>
            <a:prstGeom prst="rect">
              <a:avLst/>
            </a:prstGeom>
          </p:spPr>
        </p:pic>
        <p:pic>
          <p:nvPicPr>
            <p:cNvPr id="38" name="Picture 37">
              <a:extLst>
                <a:ext uri="{FF2B5EF4-FFF2-40B4-BE49-F238E27FC236}">
                  <a16:creationId xmlns:a16="http://schemas.microsoft.com/office/drawing/2014/main" id="{EF78951B-5400-6BCA-C66C-B4D8A232AA5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alphaModFix amt="5000"/>
              <a:extLst>
                <a:ext uri="{28A0092B-C50C-407E-A947-70E740481C1C}">
                  <a14:useLocalDpi xmlns:a14="http://schemas.microsoft.com/office/drawing/2010/main" val="0"/>
                </a:ext>
              </a:extLst>
            </a:blip>
            <a:srcRect l="19154" b="19117"/>
            <a:stretch/>
          </p:blipFill>
          <p:spPr>
            <a:xfrm rot="16200000" flipH="1">
              <a:off x="7618603" y="-373126"/>
              <a:ext cx="4197223" cy="4943475"/>
            </a:xfrm>
            <a:prstGeom prst="rect">
              <a:avLst/>
            </a:prstGeom>
          </p:spPr>
        </p:pic>
      </p:grpSp>
      <p:pic>
        <p:nvPicPr>
          <p:cNvPr id="5" name="Picture 4">
            <a:extLst>
              <a:ext uri="{FF2B5EF4-FFF2-40B4-BE49-F238E27FC236}">
                <a16:creationId xmlns:a16="http://schemas.microsoft.com/office/drawing/2014/main" id="{D3AA7992-8C14-DBE1-59DF-74C86DB95E2A}"/>
              </a:ext>
            </a:extLst>
          </p:cNvPr>
          <p:cNvPicPr>
            <a:picLocks noChangeAspect="1"/>
          </p:cNvPicPr>
          <p:nvPr/>
        </p:nvPicPr>
        <p:blipFill>
          <a:blip r:embed="rId5"/>
          <a:srcRect t="261"/>
          <a:stretch>
            <a:fillRect/>
          </a:stretch>
        </p:blipFill>
        <p:spPr>
          <a:xfrm>
            <a:off x="6880942" y="176981"/>
            <a:ext cx="3306896" cy="6333980"/>
          </a:xfrm>
          <a:prstGeom prst="rect">
            <a:avLst/>
          </a:prstGeom>
        </p:spPr>
      </p:pic>
    </p:spTree>
    <p:extLst>
      <p:ext uri="{BB962C8B-B14F-4D97-AF65-F5344CB8AC3E}">
        <p14:creationId xmlns:p14="http://schemas.microsoft.com/office/powerpoint/2010/main" val="4253711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8F2C8C-F85B-BFAB-A05B-8552D3071318}"/>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ECBDDC56-AE5E-4622-F726-6F60B5B17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28" name="Picture 27">
            <a:extLst>
              <a:ext uri="{FF2B5EF4-FFF2-40B4-BE49-F238E27FC236}">
                <a16:creationId xmlns:a16="http://schemas.microsoft.com/office/drawing/2014/main" id="{48452582-5C16-F74E-7F31-9693BA72BA7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30" name="Rectangle 29">
            <a:extLst>
              <a:ext uri="{FF2B5EF4-FFF2-40B4-BE49-F238E27FC236}">
                <a16:creationId xmlns:a16="http://schemas.microsoft.com/office/drawing/2014/main" id="{864053C0-263A-7601-EC75-A2226E982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2" name="Rectangle 31">
            <a:extLst>
              <a:ext uri="{FF2B5EF4-FFF2-40B4-BE49-F238E27FC236}">
                <a16:creationId xmlns:a16="http://schemas.microsoft.com/office/drawing/2014/main" id="{EF92C1A0-8AA3-6DFE-075C-23B5D6682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4" name="Rectangle 33">
            <a:extLst>
              <a:ext uri="{FF2B5EF4-FFF2-40B4-BE49-F238E27FC236}">
                <a16:creationId xmlns:a16="http://schemas.microsoft.com/office/drawing/2014/main" id="{E2306B59-6FA0-259C-B3C1-84EF484B6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EF4561AE-7FE9-CA5F-8BDD-735D1152FF48}"/>
              </a:ext>
            </a:extLst>
          </p:cNvPr>
          <p:cNvPicPr>
            <a:picLocks noChangeAspect="1"/>
          </p:cNvPicPr>
          <p:nvPr/>
        </p:nvPicPr>
        <p:blipFill>
          <a:blip r:embed="rId3">
            <a:alphaModFix amt="60000"/>
          </a:blip>
          <a:srcRect t="8026" b="7721"/>
          <a:stretch>
            <a:fillRect/>
          </a:stretch>
        </p:blipFill>
        <p:spPr>
          <a:xfrm>
            <a:off x="20" y="10"/>
            <a:ext cx="12191980" cy="6856614"/>
          </a:xfrm>
          <a:prstGeom prst="rect">
            <a:avLst/>
          </a:prstGeom>
        </p:spPr>
      </p:pic>
      <p:sp>
        <p:nvSpPr>
          <p:cNvPr id="10" name="TextBox 9">
            <a:extLst>
              <a:ext uri="{FF2B5EF4-FFF2-40B4-BE49-F238E27FC236}">
                <a16:creationId xmlns:a16="http://schemas.microsoft.com/office/drawing/2014/main" id="{F006070B-9ECE-A500-BE26-214F674EBFA8}"/>
              </a:ext>
            </a:extLst>
          </p:cNvPr>
          <p:cNvSpPr txBox="1"/>
          <p:nvPr/>
        </p:nvSpPr>
        <p:spPr>
          <a:xfrm>
            <a:off x="1198181" y="726066"/>
            <a:ext cx="4795282" cy="5018227"/>
          </a:xfrm>
          <a:prstGeom prst="rect">
            <a:avLst/>
          </a:prstGeom>
        </p:spPr>
        <p:txBody>
          <a:bodyPr vert="horz" lIns="91440" tIns="45720" rIns="91440" bIns="45720" rtlCol="0" anchor="ctr">
            <a:normAutofit/>
          </a:bodyPr>
          <a:lstStyle/>
          <a:p>
            <a:pPr>
              <a:spcBef>
                <a:spcPct val="0"/>
              </a:spcBef>
              <a:spcAft>
                <a:spcPts val="600"/>
              </a:spcAft>
            </a:pPr>
            <a:r>
              <a:rPr lang="en-US" sz="4400" u="sng" dirty="0">
                <a:solidFill>
                  <a:srgbClr val="FFFFFF"/>
                </a:solidFill>
                <a:latin typeface="+mj-lt"/>
                <a:ea typeface="+mj-ea"/>
                <a:cs typeface="+mj-cs"/>
              </a:rPr>
              <a:t>Figma</a:t>
            </a:r>
            <a:endParaRPr lang="en-US" sz="4400" dirty="0">
              <a:solidFill>
                <a:srgbClr val="FFFFFF"/>
              </a:solidFill>
              <a:latin typeface="+mj-lt"/>
              <a:ea typeface="+mj-ea"/>
              <a:cs typeface="+mj-cs"/>
            </a:endParaRPr>
          </a:p>
        </p:txBody>
      </p:sp>
      <p:grpSp>
        <p:nvGrpSpPr>
          <p:cNvPr id="36" name="Group 35">
            <a:extLst>
              <a:ext uri="{FF2B5EF4-FFF2-40B4-BE49-F238E27FC236}">
                <a16:creationId xmlns:a16="http://schemas.microsoft.com/office/drawing/2014/main" id="{69076FE0-99ED-3520-28AB-1B2892FECC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6951981" y="0"/>
            <a:ext cx="5236971" cy="6858001"/>
            <a:chOff x="6951981" y="0"/>
            <a:chExt cx="5236971" cy="6858001"/>
          </a:xfrm>
        </p:grpSpPr>
        <p:pic>
          <p:nvPicPr>
            <p:cNvPr id="37" name="Picture 36">
              <a:extLst>
                <a:ext uri="{FF2B5EF4-FFF2-40B4-BE49-F238E27FC236}">
                  <a16:creationId xmlns:a16="http://schemas.microsoft.com/office/drawing/2014/main" id="{DF07BC5D-2F2F-69FF-1346-72F258EA26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20000"/>
              <a:extLst>
                <a:ext uri="{28A0092B-C50C-407E-A947-70E740481C1C}">
                  <a14:useLocalDpi xmlns:a14="http://schemas.microsoft.com/office/drawing/2010/main" val="0"/>
                </a:ext>
              </a:extLst>
            </a:blip>
            <a:stretch>
              <a:fillRect/>
            </a:stretch>
          </p:blipFill>
          <p:spPr>
            <a:xfrm flipH="1">
              <a:off x="6951981" y="692703"/>
              <a:ext cx="5236971" cy="6165298"/>
            </a:xfrm>
            <a:prstGeom prst="rect">
              <a:avLst/>
            </a:prstGeom>
          </p:spPr>
        </p:pic>
        <p:pic>
          <p:nvPicPr>
            <p:cNvPr id="38" name="Picture 37">
              <a:extLst>
                <a:ext uri="{FF2B5EF4-FFF2-40B4-BE49-F238E27FC236}">
                  <a16:creationId xmlns:a16="http://schemas.microsoft.com/office/drawing/2014/main" id="{6E6B77F8-FE88-D43E-D2C0-512982A24C0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alphaModFix amt="5000"/>
              <a:extLst>
                <a:ext uri="{28A0092B-C50C-407E-A947-70E740481C1C}">
                  <a14:useLocalDpi xmlns:a14="http://schemas.microsoft.com/office/drawing/2010/main" val="0"/>
                </a:ext>
              </a:extLst>
            </a:blip>
            <a:srcRect l="19154" b="19117"/>
            <a:stretch/>
          </p:blipFill>
          <p:spPr>
            <a:xfrm rot="16200000" flipH="1">
              <a:off x="7618603" y="-373126"/>
              <a:ext cx="4197223" cy="4943475"/>
            </a:xfrm>
            <a:prstGeom prst="rect">
              <a:avLst/>
            </a:prstGeom>
          </p:spPr>
        </p:pic>
      </p:grpSp>
      <p:pic>
        <p:nvPicPr>
          <p:cNvPr id="3" name="Picture 2">
            <a:extLst>
              <a:ext uri="{FF2B5EF4-FFF2-40B4-BE49-F238E27FC236}">
                <a16:creationId xmlns:a16="http://schemas.microsoft.com/office/drawing/2014/main" id="{741AEAF2-1ACD-7ADB-7B38-E7B073EB959D}"/>
              </a:ext>
            </a:extLst>
          </p:cNvPr>
          <p:cNvPicPr>
            <a:picLocks noChangeAspect="1"/>
          </p:cNvPicPr>
          <p:nvPr/>
        </p:nvPicPr>
        <p:blipFill>
          <a:blip r:embed="rId5"/>
          <a:srcRect r="1502" b="618"/>
          <a:stretch>
            <a:fillRect/>
          </a:stretch>
        </p:blipFill>
        <p:spPr>
          <a:xfrm>
            <a:off x="6884289" y="157969"/>
            <a:ext cx="3294691" cy="6331321"/>
          </a:xfrm>
          <a:prstGeom prst="rect">
            <a:avLst/>
          </a:prstGeom>
        </p:spPr>
      </p:pic>
    </p:spTree>
    <p:extLst>
      <p:ext uri="{BB962C8B-B14F-4D97-AF65-F5344CB8AC3E}">
        <p14:creationId xmlns:p14="http://schemas.microsoft.com/office/powerpoint/2010/main" val="3167996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DappledVTI">
  <a:themeElements>
    <a:clrScheme name="Custom 81">
      <a:dk1>
        <a:sysClr val="windowText" lastClr="000000"/>
      </a:dk1>
      <a:lt1>
        <a:sysClr val="window" lastClr="FFFFFF"/>
      </a:lt1>
      <a:dk2>
        <a:srgbClr val="21363B"/>
      </a:dk2>
      <a:lt2>
        <a:srgbClr val="F4F2F0"/>
      </a:lt2>
      <a:accent1>
        <a:srgbClr val="758468"/>
      </a:accent1>
      <a:accent2>
        <a:srgbClr val="B5A7AC"/>
      </a:accent2>
      <a:accent3>
        <a:srgbClr val="CC9C6F"/>
      </a:accent3>
      <a:accent4>
        <a:srgbClr val="767640"/>
      </a:accent4>
      <a:accent5>
        <a:srgbClr val="A5B295"/>
      </a:accent5>
      <a:accent6>
        <a:srgbClr val="C19DA7"/>
      </a:accent6>
      <a:hlink>
        <a:srgbClr val="D13D6E"/>
      </a:hlink>
      <a:folHlink>
        <a:srgbClr val="6C9D92"/>
      </a:folHlink>
    </a:clrScheme>
    <a:fontScheme name="Custom 67">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ppledVTI" id="{204FEFAB-F02B-4FE8-B509-C50A618B972D}" vid="{7EAEADA8-5A8E-45B2-B0E4-448EC7E7A9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592</TotalTime>
  <Words>147</Words>
  <Application>Microsoft Office PowerPoint</Application>
  <PresentationFormat>Widescreen</PresentationFormat>
  <Paragraphs>23</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Avenir Next LT Pro</vt:lpstr>
      <vt:lpstr>AvenirNext LT Pro Medium</vt:lpstr>
      <vt:lpstr>Sabon Next LT</vt:lpstr>
      <vt:lpstr>DappledVTI</vt:lpstr>
      <vt:lpstr>Qatma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Mohaned Waleed</dc:creator>
  <cp:lastModifiedBy>aretaj46@gmail.com</cp:lastModifiedBy>
  <cp:revision>5</cp:revision>
  <dcterms:created xsi:type="dcterms:W3CDTF">2026-04-25T05:32:13Z</dcterms:created>
  <dcterms:modified xsi:type="dcterms:W3CDTF">2026-05-07T22:26:59Z</dcterms:modified>
</cp:coreProperties>
</file>